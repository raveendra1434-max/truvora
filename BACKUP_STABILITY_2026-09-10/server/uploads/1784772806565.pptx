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65C0"/>
                </a:solidFill>
              </a:rPr>
              <a:t>TRUVORA GLOBAL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Report ID: 1784772806565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AI Analysis Report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 Quick Answer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some of the latest AI news highlights from trusted sources: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is advancing rapidly in areas like machine learning, deep learning, and enterprise applications.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Discussions continue around AI ethics, regulation, and security risks, including incidents of AI hacking.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Major companies and startups are launching new AI tools and products, pushing innovation forward.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Global interest in AI governance and responsible use is growing alongside technological breakthroughs.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For detailed updates, you can check trusted AI news sites like Artificial Intelligence News, TechCrunch AI section, Reuters AI coverage, and The Wall Street Journal’s AI news.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share specific recent headlines or summaries from these sources.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Detailed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 Quick Answer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Here are some of the latest AI news highlights from trusted sources: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AI is advancing rapidly in areas like machine learning, deep learning, and enterprise applications.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Discussions continue around AI ethics, regulation, and security risks, including incidents of AI hacking.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Major companies and startups are launching new AI tools and products, pushing innovation forward.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- Global interest in AI governance and responsible use is growing alongside technological breakthroughs.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For detailed updates, you can check trusted AI news sites like Artificial Intelligence News, TechCrunch AI section, Reuters AI coverage, and The Wall Street Journal’s AI news.  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If you want, I can share specific recent headlines or summaries from these sources.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</a:rPr>
              <a:t>Sources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https://news.google.com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https://www.reuters.com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https://apnews.com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2026-07-23T02:13:26Z</dcterms:created>
  <dcterms:modified xsi:type="dcterms:W3CDTF">2026-07-23T02:13:26Z</dcterms:modified>
</cp:coreProperties>
</file>