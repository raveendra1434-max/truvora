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1784934823258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sources and highlights: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News covers updates in artificial intelligence, machine learning, deep learning, and enterprise AI worldwide.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reports on AI technology, companies, and ethical issues around AI.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shares AI breakthroughs, trends, regulation, and business developments.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 offers curated AI news on funding, models, and applications, delivered three times a week.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provides expert reviews and insights on AI tools and technology.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AI news stories or trends from these sources. Just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sources and highlights: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News covers updates in artificial intelligence, machine learning, deep learning, and enterprise AI worldwide.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reports on AI technology, companies, and ethical issues around AI.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shares AI breakthroughs, trends, regulation, and business developments.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 offers curated AI news on funding, models, and applications, delivered three times a week.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provides expert reviews and insights on AI tools and technology.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AI news stories or trends from these sources. Just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2026-07-24T23:13:43Z</dcterms:created>
  <dcterms:modified xsi:type="dcterms:W3CDTF">2026-07-24T23:13:43Z</dcterms:modified>
</cp:coreProperties>
</file>