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1784936746349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major update in Tamil Nadu politics is that the Tamilagam Vetri Kazhagam (TVK) won the 2026 Tamil Nadu Legislative Assembly election, ending the long-standing dominance of DMK and AIADMK since 1977.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has been traditionally dominated by two parties: DMK and AIADMK.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 the 2026 assembly elections, a new party, Tamilagam Vetri Kazhagam (TVK), emerged victorious.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This marks a significant political shift in the state’s governance and political landscape.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ongoing detailed news and updates, you can follow Tamil Nadu news sources like The Hindu or BBC Tamil Nadu politics sections.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major update in Tamil Nadu politics is that the Tamilagam Vetri Kazhagam (TVK) won the 2026 Tamil Nadu Legislative Assembly election, ending the long-standing dominance of DMK and AIADMK since 1977.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has been traditionally dominated by two parties: DMK and AIADMK.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 the 2026 assembly elections, a new party, Tamilagam Vetri Kazhagam (TVK), emerged victorious.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This marks a significant political shift in the state’s governance and political landscape.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ongoing detailed news and updates, you can follow Tamil Nadu news sources like The Hindu or BBC Tamil Nadu politics sections.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2026-07-24T23:45:46Z</dcterms:created>
  <dcterms:modified xsi:type="dcterms:W3CDTF">2026-07-24T23:45:46Z</dcterms:modified>
</cp:coreProperties>
</file>