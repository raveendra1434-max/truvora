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ID: 1784857641464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Analysis Report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are some of the latest AI news highlights: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continues to advance rapidly in areas like machine learning, deep learning, and enterprise applications worldwide.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Ethical concerns and regulations around AI are growing as the technology becomes more widespread.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Companies are investing heavily in AI tools and platforms to improve business efficiency and innovation.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New AI breakthroughs include applications in engineering, such as AI copilots helping design complex systems like jet engines.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Global trends show AI impacting various sectors including healthcare, finance, and manufacturing.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 news from a specific source or about a particular AI topic, let me know!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Analysis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are some of the latest AI news highlights: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continues to advance rapidly in areas like machine learning, deep learning, and enterprise applications worldwide.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Ethical concerns and regulations around AI are growing as the technology becomes more widespread.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Companies are investing heavily in AI tools and platforms to improve business efficiency and innovation.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New AI breakthroughs include applications in engineering, such as AI copilots helping design complex systems like jet engines.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Global trends show AI impacting various sectors including healthcare, finance, and manufacturing.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 news from a specific source or about a particular AI topic, let me know!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https://www.reuters.com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https://apnews.com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2026-07-24T01:47:21Z</dcterms:created>
  <dcterms:modified xsi:type="dcterms:W3CDTF">2026-07-24T01:47:21Z</dcterms:modified>
</cp:coreProperties>
</file>