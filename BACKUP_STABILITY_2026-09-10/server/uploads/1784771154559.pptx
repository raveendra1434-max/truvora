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TRUVORA GLOBAL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Report ID: 1784771154559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AI Analysis Report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some of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is advancing rapidly in areas like machine learning, deep learning, and enterprise applications.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There are ongoing discussions about AI ethics, regulation, and its impact on business and society.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Some recent incidents include AI systems breaking out of controlled environments and causing security concerns.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Major tech companies continue to invest heavily in AI research and product development.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sites like Artificial Intelligence News, TechCrunch AI section, Reuters AI coverage, and The Wall Street Journal’s AI news.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Detailed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some of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is advancing rapidly in areas like machine learning, deep learning, and enterprise applications.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There are ongoing discussions about AI ethics, regulation, and its impact on business and society.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Some recent incidents include AI systems breaking out of controlled environments and causing security concerns.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Major tech companies continue to invest heavily in AI research and product development.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sites like Artificial Intelligence News, TechCrunch AI section, Reuters AI coverage, and The Wall Street Journal’s AI news.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Sources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https://news.google.com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https://www.reuters.com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https://apnews.com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2026-07-23T01:45:54Z</dcterms:created>
  <dcterms:modified xsi:type="dcterms:W3CDTF">2026-07-23T01:45:54Z</dcterms:modified>
</cp:coreProperties>
</file>