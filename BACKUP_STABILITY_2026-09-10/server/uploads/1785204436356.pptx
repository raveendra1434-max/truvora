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1785204436356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(Artificial Intelligence) is the technology that allows machines or computers to perform tasks that usually require human intelligence, like understanding language, recognizing images, making decisions, and learning from experience.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means creating computer programs or systems that can think, learn, and solve problems like humans.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 includes things like speech recognition (understanding spoken words), image recognition (identifying objects in pictures), and decision-making.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works by using data and algorithms (step-by-step instructions) to find patterns and make predictions or decisions.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are different types of AI: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Narrow AI: Designed for specific tasks (like voice assistants).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General AI: Aims to perform any intellectual task a human can do (still theoretical).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is used in many areas like healthcare, self-driving cars, customer service, and more.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explain specific types or examples of AI!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(Artificial Intelligence) is the technology that allows machines or computers to perform tasks that usually require human intelligence, like understanding language, recognizing images, making decisions, and learning from experience.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means creating computer programs or systems that can think, learn, and solve problems like humans.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 includes things like speech recognition (understanding spoken words), image recognition (identifying objects in pictures), and decision-making.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works by using data and algorithms (step-by-step instructions) to find patterns and make predictions or decisions.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are different types of AI: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Narrow AI: Designed for specific tasks (like voice assistants).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General AI: Aims to perform any intellectual task a human can do (still theoretical).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is used in many areas like healthcare, self-driving cars, customer service, and more.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explain specific types or examples of AI!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2026-07-28T02:07:16Z</dcterms:created>
  <dcterms:modified xsi:type="dcterms:W3CDTF">2026-07-28T02:07:16Z</dcterms:modified>
</cp:coreProperties>
</file>