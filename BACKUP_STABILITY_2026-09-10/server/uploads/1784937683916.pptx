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1784937683916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recent news highlights from Bangalore (Bengaluru):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Bengaluru was booked for posting an abusive video about PM Modi and Delhi protests.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Bengaluru-Mysuru Expressway has had its toll rates increased for the second time in four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Bengaluru Mysuru region is aiming to develop a $10-billion digital economy.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Purple Line metro services in Bengaluru resumed after a technical snag caused disruption.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There was a tragic incident outside a cricket stadium in Bengaluru where 11 people died and many were injured in a crowd crush.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more details, please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recent news highlights from Bangalore (Bengaluru):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Bengaluru was booked for posting an abusive video about PM Modi and Delhi protests.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Bengaluru-Mysuru Expressway has had its toll rates increased for the second time in four months.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Bengaluru Mysuru region is aiming to develop a $10-billion digital economy.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Purple Line metro services in Bengaluru resumed after a technical snag caused disruption.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There was a tragic incident outside a cricket stadium in Bengaluru where 11 people died and many were injured in a crowd crush.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more details, please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2026-07-25T00:01:23Z</dcterms:created>
  <dcterms:modified xsi:type="dcterms:W3CDTF">2026-07-25T00:01:23Z</dcterms:modified>
</cp:coreProperties>
</file>