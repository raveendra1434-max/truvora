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7315200" cy="457200"/>
          </a:xfrm>
          <a:prstGeom prst="rect">
            <a:avLst/>
          </a:prstGeom>
          <a:noFill/>
          <a:ln/>
        </p:spPr>
        <p:txBody>
          <a:bodyPr wrap="square" rtlCol="0" anchor="ctr"/>
          <a:lstStyle/>
          <a:p>
            <a:pPr indent="0" marL="0">
              <a:buNone/>
            </a:pPr>
            <a:r>
              <a:rPr lang="en-US" sz="2400" b="1" dirty="0">
                <a:solidFill>
                  <a:srgbClr val="1565C0"/>
                </a:solidFill>
              </a:rPr>
              <a:t>TRUVORA GLOBAL AI</a:t>
            </a:r>
            <a:endParaRPr lang="en-US" sz="2400" dirty="0"/>
          </a:p>
        </p:txBody>
      </p:sp>
      <p:sp>
        <p:nvSpPr>
          <p:cNvPr id="3" name="Text 1"/>
          <p:cNvSpPr/>
          <p:nvPr/>
        </p:nvSpPr>
        <p:spPr>
          <a:xfrm>
            <a:off x="457200" y="822960"/>
            <a:ext cx="7315200" cy="274320"/>
          </a:xfrm>
          <a:prstGeom prst="rect">
            <a:avLst/>
          </a:prstGeom>
          <a:noFill/>
          <a:ln/>
        </p:spPr>
        <p:txBody>
          <a:bodyPr wrap="square" rtlCol="0" anchor="ctr"/>
          <a:lstStyle/>
          <a:p>
            <a:pPr indent="0" marL="0">
              <a:buNone/>
            </a:pPr>
            <a:r>
              <a:rPr lang="en-US" sz="1200" dirty="0">
                <a:solidFill>
                  <a:srgbClr val="000000"/>
                </a:solidFill>
              </a:rPr>
              <a:t>Report ID: 1784849537086</a:t>
            </a:r>
            <a:endParaRPr lang="en-US" sz="1200" dirty="0"/>
          </a:p>
        </p:txBody>
      </p:sp>
      <p:sp>
        <p:nvSpPr>
          <p:cNvPr id="4" name="Text 2"/>
          <p:cNvSpPr/>
          <p:nvPr/>
        </p:nvSpPr>
        <p:spPr>
          <a:xfrm>
            <a:off x="457200" y="1280160"/>
            <a:ext cx="9144000" cy="457200"/>
          </a:xfrm>
          <a:prstGeom prst="rect">
            <a:avLst/>
          </a:prstGeom>
          <a:noFill/>
          <a:ln/>
        </p:spPr>
        <p:txBody>
          <a:bodyPr wrap="square" rtlCol="0" anchor="ctr"/>
          <a:lstStyle/>
          <a:p>
            <a:pPr indent="0" marL="0">
              <a:buNone/>
            </a:pPr>
            <a:r>
              <a:rPr lang="en-US" sz="2000" b="1" dirty="0">
                <a:solidFill>
                  <a:srgbClr val="000000"/>
                </a:solidFill>
              </a:rPr>
              <a:t>AI Analysis Report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Executive Summary</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 Quick Answer  </a:t>
            </a:r>
            <a:endParaRPr lang="en-US" sz="1400" dirty="0"/>
          </a:p>
          <a:p>
            <a:pPr indent="0" marL="0">
              <a:buNone/>
            </a:pPr>
            <a:r>
              <a:rPr lang="en-US" sz="1400" dirty="0">
                <a:solidFill>
                  <a:srgbClr val="000000"/>
                </a:solidFill>
              </a:rPr>
              <a:t>Here are the latest highlights in AI news:</a:t>
            </a:r>
            <a:endParaRPr lang="en-US" sz="1400" dirty="0"/>
          </a:p>
          <a:p>
            <a:pPr indent="0" marL="0">
              <a:buNone/>
            </a:pPr>
            <a:endParaRPr lang="en-US" sz="1400" dirty="0"/>
          </a:p>
          <a:p>
            <a:pPr indent="0" marL="0">
              <a:buNone/>
            </a:pPr>
            <a:r>
              <a:rPr lang="en-US" sz="1400" dirty="0">
                <a:solidFill>
                  <a:srgbClr val="000000"/>
                </a:solidFill>
              </a:rPr>
              <a:t>- New AI safety methods are being developed to protect children from illegal AI-generated content (MIT research).  </a:t>
            </a:r>
            <a:endParaRPr lang="en-US" sz="1400" dirty="0"/>
          </a:p>
          <a:p>
            <a:pPr indent="0" marL="0">
              <a:buNone/>
            </a:pPr>
            <a:r>
              <a:rPr lang="en-US" sz="1400" dirty="0">
                <a:solidFill>
                  <a:srgbClr val="000000"/>
                </a:solidFill>
              </a:rPr>
              <a:t>- AI breakthroughs continue in machine learning, deep learning, and enterprise AI applications worldwide.  </a:t>
            </a:r>
            <a:endParaRPr lang="en-US" sz="1400" dirty="0"/>
          </a:p>
          <a:p>
            <a:pPr indent="0" marL="0">
              <a:buNone/>
            </a:pPr>
            <a:r>
              <a:rPr lang="en-US" sz="1400" dirty="0">
                <a:solidFill>
                  <a:srgbClr val="000000"/>
                </a:solidFill>
              </a:rPr>
              <a:t>- Ethical issues and regulations around AI are gaining more attention as the technology advances.  </a:t>
            </a:r>
            <a:endParaRPr lang="en-US" sz="1400" dirty="0"/>
          </a:p>
          <a:p>
            <a:pPr indent="0" marL="0">
              <a:buNone/>
            </a:pPr>
            <a:r>
              <a:rPr lang="en-US" sz="1400" dirty="0">
                <a:solidFill>
                  <a:srgbClr val="000000"/>
                </a:solidFill>
              </a:rPr>
              <a:t>- Leading companies keep innovating in AI tools and products, shaping business and tech trends globally.</a:t>
            </a:r>
            <a:endParaRPr lang="en-US" sz="1400" dirty="0"/>
          </a:p>
          <a:p>
            <a:pPr indent="0" marL="0">
              <a:buNone/>
            </a:pPr>
            <a:endParaRPr lang="en-US" sz="1400" dirty="0"/>
          </a:p>
          <a:p>
            <a:pPr indent="0" marL="0">
              <a:buNone/>
            </a:pPr>
            <a:r>
              <a:rPr lang="en-US" sz="1400" dirty="0">
                <a:solidFill>
                  <a:srgbClr val="000000"/>
                </a:solidFill>
              </a:rPr>
              <a:t>📖 Explanation  </a:t>
            </a:r>
            <a:endParaRPr lang="en-US" sz="1400" dirty="0"/>
          </a:p>
          <a:p>
            <a:pPr indent="0" marL="0">
              <a:buNone/>
            </a:pPr>
            <a:r>
              <a:rPr lang="en-US" sz="1400" dirty="0">
                <a:solidFill>
                  <a:srgbClr val="000000"/>
                </a:solidFill>
              </a:rPr>
              <a:t>AI news covers a wide range of topics including new research, technology advances, ethical debates, and business impacts. For example, MIT recently introduced a new auditing technique to detect harmful AI content aimed at protecting kids. Meanwhile, AI is rapidly evolving in industries, with companies pushing the boundaries of what AI can do. At the same time, governments and organizations are discussing how to regulate AI to ensure it is used responsibly.</a:t>
            </a:r>
            <a:endParaRPr lang="en-US" sz="1400" dirty="0"/>
          </a:p>
          <a:p>
            <a:pPr indent="0" marL="0">
              <a:buNone/>
            </a:pPr>
            <a:endParaRPr lang="en-US" sz="1400" dirty="0"/>
          </a:p>
          <a:p>
            <a:pPr indent="0" marL="0">
              <a:buNone/>
            </a:pPr>
            <a:r>
              <a:rPr lang="en-US" sz="1400" dirty="0">
                <a:solidFill>
                  <a:srgbClr val="000000"/>
                </a:solidFill>
              </a:rPr>
              <a:t>If you want, I can provide more specific news from any of these areas or sources.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Detailed Analysis</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 Quick Answer  </a:t>
            </a:r>
            <a:endParaRPr lang="en-US" sz="1400" dirty="0"/>
          </a:p>
          <a:p>
            <a:pPr indent="0" marL="0">
              <a:buNone/>
            </a:pPr>
            <a:r>
              <a:rPr lang="en-US" sz="1400" dirty="0">
                <a:solidFill>
                  <a:srgbClr val="000000"/>
                </a:solidFill>
              </a:rPr>
              <a:t>Here are the latest highlights in AI news:</a:t>
            </a:r>
            <a:endParaRPr lang="en-US" sz="1400" dirty="0"/>
          </a:p>
          <a:p>
            <a:pPr indent="0" marL="0">
              <a:buNone/>
            </a:pPr>
            <a:endParaRPr lang="en-US" sz="1400" dirty="0"/>
          </a:p>
          <a:p>
            <a:pPr indent="0" marL="0">
              <a:buNone/>
            </a:pPr>
            <a:r>
              <a:rPr lang="en-US" sz="1400" dirty="0">
                <a:solidFill>
                  <a:srgbClr val="000000"/>
                </a:solidFill>
              </a:rPr>
              <a:t>- New AI safety methods are being developed to protect children from illegal AI-generated content (MIT research).  </a:t>
            </a:r>
            <a:endParaRPr lang="en-US" sz="1400" dirty="0"/>
          </a:p>
          <a:p>
            <a:pPr indent="0" marL="0">
              <a:buNone/>
            </a:pPr>
            <a:r>
              <a:rPr lang="en-US" sz="1400" dirty="0">
                <a:solidFill>
                  <a:srgbClr val="000000"/>
                </a:solidFill>
              </a:rPr>
              <a:t>- AI breakthroughs continue in machine learning, deep learning, and enterprise AI applications worldwide.  </a:t>
            </a:r>
            <a:endParaRPr lang="en-US" sz="1400" dirty="0"/>
          </a:p>
          <a:p>
            <a:pPr indent="0" marL="0">
              <a:buNone/>
            </a:pPr>
            <a:r>
              <a:rPr lang="en-US" sz="1400" dirty="0">
                <a:solidFill>
                  <a:srgbClr val="000000"/>
                </a:solidFill>
              </a:rPr>
              <a:t>- Ethical issues and regulations around AI are gaining more attention as the technology advances.  </a:t>
            </a:r>
            <a:endParaRPr lang="en-US" sz="1400" dirty="0"/>
          </a:p>
          <a:p>
            <a:pPr indent="0" marL="0">
              <a:buNone/>
            </a:pPr>
            <a:r>
              <a:rPr lang="en-US" sz="1400" dirty="0">
                <a:solidFill>
                  <a:srgbClr val="000000"/>
                </a:solidFill>
              </a:rPr>
              <a:t>- Leading companies keep innovating in AI tools and products, shaping business and tech trends globally.</a:t>
            </a:r>
            <a:endParaRPr lang="en-US" sz="1400" dirty="0"/>
          </a:p>
          <a:p>
            <a:pPr indent="0" marL="0">
              <a:buNone/>
            </a:pPr>
            <a:endParaRPr lang="en-US" sz="1400" dirty="0"/>
          </a:p>
          <a:p>
            <a:pPr indent="0" marL="0">
              <a:buNone/>
            </a:pPr>
            <a:r>
              <a:rPr lang="en-US" sz="1400" dirty="0">
                <a:solidFill>
                  <a:srgbClr val="000000"/>
                </a:solidFill>
              </a:rPr>
              <a:t>📖 Explanation  </a:t>
            </a:r>
            <a:endParaRPr lang="en-US" sz="1400" dirty="0"/>
          </a:p>
          <a:p>
            <a:pPr indent="0" marL="0">
              <a:buNone/>
            </a:pPr>
            <a:r>
              <a:rPr lang="en-US" sz="1400" dirty="0">
                <a:solidFill>
                  <a:srgbClr val="000000"/>
                </a:solidFill>
              </a:rPr>
              <a:t>AI news covers a wide range of topics including new research, technology advances, ethical debates, and business impacts. For example, MIT recently introduced a new auditing technique to detect harmful AI content aimed at protecting kids. Meanwhile, AI is rapidly evolving in industries, with companies pushing the boundaries of what AI can do. At the same time, governments and organizations are discussing how to regulate AI to ensure it is used responsibly.</a:t>
            </a:r>
            <a:endParaRPr lang="en-US" sz="1400" dirty="0"/>
          </a:p>
          <a:p>
            <a:pPr indent="0" marL="0">
              <a:buNone/>
            </a:pPr>
            <a:endParaRPr lang="en-US" sz="1400" dirty="0"/>
          </a:p>
          <a:p>
            <a:pPr indent="0" marL="0">
              <a:buNone/>
            </a:pPr>
            <a:r>
              <a:rPr lang="en-US" sz="1400" dirty="0">
                <a:solidFill>
                  <a:srgbClr val="000000"/>
                </a:solidFill>
              </a:rPr>
              <a:t>If you want, I can provide more specific news from any of these areas or sources.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Recommendations</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
• Verify important information using official sources.
• Review AI-generated content before making important decisions.
• Cross-check facts from multiple trusted sources.
• Continue monitoring this topic because information may change.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Sources</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https://news.google.com</a:t>
            </a:r>
            <a:endParaRPr lang="en-US" sz="1400" dirty="0"/>
          </a:p>
          <a:p>
            <a:pPr indent="0" marL="0">
              <a:buNone/>
            </a:pPr>
            <a:r>
              <a:rPr lang="en-US" sz="1400" dirty="0">
                <a:solidFill>
                  <a:srgbClr val="000000"/>
                </a:solidFill>
              </a:rPr>
              <a:t>https://www.reuters.com</a:t>
            </a:r>
            <a:endParaRPr lang="en-US" sz="1400" dirty="0"/>
          </a:p>
          <a:p>
            <a:pPr indent="0" marL="0">
              <a:buNone/>
            </a:pPr>
            <a:r>
              <a:rPr lang="en-US" sz="1400" dirty="0">
                <a:solidFill>
                  <a:srgbClr val="000000"/>
                </a:solidFill>
              </a:rPr>
              <a:t>https://apnews.com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2026-07-23T23:32:17Z</dcterms:created>
  <dcterms:modified xsi:type="dcterms:W3CDTF">2026-07-23T23:32:17Z</dcterms:modified>
</cp:coreProperties>
</file>