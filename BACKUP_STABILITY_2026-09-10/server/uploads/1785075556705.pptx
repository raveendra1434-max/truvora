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1785075556705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Stars Services Pvt Ltd (BSSPL) is a joint venture company between Bharat Petroleum Corporation Limited (BPCL), India, and ST Airport Services Pte. Ltd, Singapore. It specializes in providing world-class into-plane services, which means handling and supplying aviation fuel and related services at airports.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**Formation:** BSSPL was incorporated in 2007 as a private limited company in India.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**Ownership:** It is a partnership between BPCL, a major Indian oil company, and ST Airport Services from Singapore.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**Business Focus:** The company focuses on aviation fuel logistics and services, including refueling aircraft at airports (into-plane services).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**Industry Role:** It supports the aviation sector by ensuring efficient and safe fuel supply and handling, which is critical for airline operations. 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**Leadership:** The company has had experienced leaders like Atul Mehra, who served as CEO, guiding its growth and operations. 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summary, Bharat Stars Services Pvt Ltd plays an important role in aviation fuel services in India, combining BPCL’s energy expertise with ST Airport Services’ airport fuel handling experience[1][2][3][4][5].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Stars Services Pvt Ltd (BSSPL) is a joint venture company between Bharat Petroleum Corporation Limited (BPCL), India, and ST Airport Services Pte. Ltd, Singapore. It specializes in providing world-class into-plane services, which means handling and supplying aviation fuel and related services at airports.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Explanation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**Formation:** BSSPL was incorporated in 2007 as a private limited company in India.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**Ownership:** It is a partnership between BPCL, a major Indian oil company, and ST Airport Services from Singapore.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**Business Focus:** The company focuses on aviation fuel logistics and services, including refueling aircraft at airports (into-plane services).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**Industry Role:** It supports the aviation sector by ensuring efficient and safe fuel supply and handling, which is critical for airline operations.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**Leadership:** The company has had experienced leaders like Atul Mehra, who served as CEO, guiding its growth and operations. 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summary, Bharat Stars Services Pvt Ltd plays an important role in aviation fuel services in India, combining BPCL’s energy expertise with ST Airport Services’ airport fuel handling experience[1][2][3][4][5].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2026-07-26T14:19:16Z</dcterms:created>
  <dcterms:modified xsi:type="dcterms:W3CDTF">2026-07-26T14:19:16Z</dcterms:modified>
</cp:coreProperties>
</file>