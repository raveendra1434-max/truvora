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1784858534859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applications, powering new business solutions worldwide.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around AI, such as bias, privacy, and regulation, remain a key focus as companies and governments work to manage AI’s impact.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Researchers are exploring AI’s role in complex engineering tasks, like the MIT JARVIS Challenge testing AI copilots in jet engine design.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Major tech companies keep innovating AI tools and platforms, pushing the boundaries of what AI can do in industries from healthcare to finance.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AI topic or sector,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applications, powering new business solutions worldwide.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around AI, such as bias, privacy, and regulation, remain a key focus as companies and governments work to manage AI’s impact.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Researchers are exploring AI’s role in complex engineering tasks, like the MIT JARVIS Challenge testing AI copilots in jet engine design.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Major tech companies keep innovating AI tools and platforms, pushing the boundaries of what AI can do in industries from healthcare to finance.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AI topic or sector,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2026-07-24T02:02:14Z</dcterms:created>
  <dcterms:modified xsi:type="dcterms:W3CDTF">2026-07-24T02:02:14Z</dcterms:modified>
</cp:coreProperties>
</file>