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
            <a:ext cx="7315200" cy="457200"/>
          </a:xfrm>
          <a:prstGeom prst="rect">
            <a:avLst/>
          </a:prstGeom>
          <a:noFill/>
          <a:ln/>
        </p:spPr>
        <p:txBody>
          <a:bodyPr wrap="square" rtlCol="0" anchor="ctr"/>
          <a:lstStyle/>
          <a:p>
            <a:pPr indent="0" marL="0">
              <a:buNone/>
            </a:pPr>
            <a:r>
              <a:rPr lang="en-US" sz="2400" b="1" dirty="0">
                <a:solidFill>
                  <a:srgbClr val="1565C0"/>
                </a:solidFill>
              </a:rPr>
              <a:t>TRUVORA GLOBAL AI</a:t>
            </a:r>
            <a:endParaRPr lang="en-US" sz="2400" dirty="0"/>
          </a:p>
        </p:txBody>
      </p:sp>
      <p:sp>
        <p:nvSpPr>
          <p:cNvPr id="3" name="Text 1"/>
          <p:cNvSpPr/>
          <p:nvPr/>
        </p:nvSpPr>
        <p:spPr>
          <a:xfrm>
            <a:off x="457200" y="822960"/>
            <a:ext cx="7315200" cy="274320"/>
          </a:xfrm>
          <a:prstGeom prst="rect">
            <a:avLst/>
          </a:prstGeom>
          <a:noFill/>
          <a:ln/>
        </p:spPr>
        <p:txBody>
          <a:bodyPr wrap="square" rtlCol="0" anchor="ctr"/>
          <a:lstStyle/>
          <a:p>
            <a:pPr indent="0" marL="0">
              <a:buNone/>
            </a:pPr>
            <a:r>
              <a:rPr lang="en-US" sz="1200" dirty="0">
                <a:solidFill>
                  <a:srgbClr val="000000"/>
                </a:solidFill>
              </a:rPr>
              <a:t>Report ID: 1784850323073</a:t>
            </a:r>
            <a:endParaRPr lang="en-US" sz="1200" dirty="0"/>
          </a:p>
        </p:txBody>
      </p:sp>
      <p:sp>
        <p:nvSpPr>
          <p:cNvPr id="4" name="Text 2"/>
          <p:cNvSpPr/>
          <p:nvPr/>
        </p:nvSpPr>
        <p:spPr>
          <a:xfrm>
            <a:off x="457200" y="1280160"/>
            <a:ext cx="9144000" cy="457200"/>
          </a:xfrm>
          <a:prstGeom prst="rect">
            <a:avLst/>
          </a:prstGeom>
          <a:noFill/>
          <a:ln/>
        </p:spPr>
        <p:txBody>
          <a:bodyPr wrap="square" rtlCol="0" anchor="ctr"/>
          <a:lstStyle/>
          <a:p>
            <a:pPr indent="0" marL="0">
              <a:buNone/>
            </a:pPr>
            <a:r>
              <a:rPr lang="en-US" sz="2000" b="1" dirty="0">
                <a:solidFill>
                  <a:srgbClr val="000000"/>
                </a:solidFill>
              </a:rPr>
              <a:t>AI Analysis Report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Executive Summary</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 Quick Answer  </a:t>
            </a:r>
            <a:endParaRPr lang="en-US" sz="1400" dirty="0"/>
          </a:p>
          <a:p>
            <a:pPr indent="0" marL="0">
              <a:buNone/>
            </a:pPr>
            <a:r>
              <a:rPr lang="en-US" sz="1400" dirty="0">
                <a:solidFill>
                  <a:srgbClr val="000000"/>
                </a:solidFill>
              </a:rPr>
              <a:t>Here are the latest AI news highlights:</a:t>
            </a:r>
            <a:endParaRPr lang="en-US" sz="1400" dirty="0"/>
          </a:p>
          <a:p>
            <a:pPr indent="0" marL="0">
              <a:buNone/>
            </a:pPr>
            <a:endParaRPr lang="en-US" sz="1400" dirty="0"/>
          </a:p>
          <a:p>
            <a:pPr indent="0" marL="0">
              <a:buNone/>
            </a:pPr>
            <a:r>
              <a:rPr lang="en-US" sz="1400" dirty="0">
                <a:solidFill>
                  <a:srgbClr val="000000"/>
                </a:solidFill>
              </a:rPr>
              <a:t>- New methods are being developed to keep children safe from illegal AI-generated content, including auditing techniques for generative AI models.  </a:t>
            </a:r>
            <a:endParaRPr lang="en-US" sz="1400" dirty="0"/>
          </a:p>
          <a:p>
            <a:pPr indent="0" marL="0">
              <a:buNone/>
            </a:pPr>
            <a:r>
              <a:rPr lang="en-US" sz="1400" dirty="0">
                <a:solidFill>
                  <a:srgbClr val="000000"/>
                </a:solidFill>
              </a:rPr>
              <a:t>- AI breakthroughs continue in machine learning and deep learning, with companies advancing enterprise AI applications.  </a:t>
            </a:r>
            <a:endParaRPr lang="en-US" sz="1400" dirty="0"/>
          </a:p>
          <a:p>
            <a:pPr indent="0" marL="0">
              <a:buNone/>
            </a:pPr>
            <a:r>
              <a:rPr lang="en-US" sz="1400" dirty="0">
                <a:solidFill>
                  <a:srgbClr val="000000"/>
                </a:solidFill>
              </a:rPr>
              <a:t>- Ethical issues and regulations around AI are a major focus globally.  </a:t>
            </a:r>
            <a:endParaRPr lang="en-US" sz="1400" dirty="0"/>
          </a:p>
          <a:p>
            <a:pPr indent="0" marL="0">
              <a:buNone/>
            </a:pPr>
            <a:r>
              <a:rPr lang="en-US" sz="1400" dirty="0">
                <a:solidFill>
                  <a:srgbClr val="000000"/>
                </a:solidFill>
              </a:rPr>
              <a:t>- AI technology reviews and updates on new AI tools are regularly published.  </a:t>
            </a:r>
            <a:endParaRPr lang="en-US" sz="1400" dirty="0"/>
          </a:p>
          <a:p>
            <a:pPr indent="0" marL="0">
              <a:buNone/>
            </a:pPr>
            <a:endParaRPr lang="en-US" sz="1400" dirty="0"/>
          </a:p>
          <a:p>
            <a:pPr indent="0" marL="0">
              <a:buNone/>
            </a:pPr>
            <a:r>
              <a:rPr lang="en-US" sz="1400" dirty="0">
                <a:solidFill>
                  <a:srgbClr val="000000"/>
                </a:solidFill>
              </a:rPr>
              <a:t>📖 Explanation  </a:t>
            </a:r>
            <a:endParaRPr lang="en-US" sz="1400" dirty="0"/>
          </a:p>
          <a:p>
            <a:pPr indent="0" marL="0">
              <a:buNone/>
            </a:pPr>
            <a:r>
              <a:rPr lang="en-US" sz="1400" dirty="0">
                <a:solidFill>
                  <a:srgbClr val="000000"/>
                </a:solidFill>
              </a:rPr>
              <a:t>AI news covers a wide range of topics including technical advances, business uses, ethical concerns, and safety measures. For example, MIT researchers recently created ways to audit AI models to prevent harmful content targeting kids. Meanwhile, companies keep pushing AI into practical uses like automation and data analysis. At the same time, governments and organizations discuss how to regulate AI fairly and safely. Keeping up with AI news helps understand how this fast-changing field impacts technology and society.</a:t>
            </a:r>
            <a:endParaRPr lang="en-US" sz="1400" dirty="0"/>
          </a:p>
          <a:p>
            <a:pPr indent="0" marL="0">
              <a:buNone/>
            </a:pPr>
            <a:endParaRPr lang="en-US" sz="1400" dirty="0"/>
          </a:p>
          <a:p>
            <a:pPr indent="0" marL="0">
              <a:buNone/>
            </a:pPr>
            <a:r>
              <a:rPr lang="en-US" sz="1400" dirty="0">
                <a:solidFill>
                  <a:srgbClr val="000000"/>
                </a:solidFill>
              </a:rPr>
              <a:t>If you want, I can share specific recent articles or updates from trusted sources.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Detailed Analysis</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 Quick Answer  </a:t>
            </a:r>
            <a:endParaRPr lang="en-US" sz="1400" dirty="0"/>
          </a:p>
          <a:p>
            <a:pPr indent="0" marL="0">
              <a:buNone/>
            </a:pPr>
            <a:r>
              <a:rPr lang="en-US" sz="1400" dirty="0">
                <a:solidFill>
                  <a:srgbClr val="000000"/>
                </a:solidFill>
              </a:rPr>
              <a:t>Here are the latest AI news highlights:</a:t>
            </a:r>
            <a:endParaRPr lang="en-US" sz="1400" dirty="0"/>
          </a:p>
          <a:p>
            <a:pPr indent="0" marL="0">
              <a:buNone/>
            </a:pPr>
            <a:endParaRPr lang="en-US" sz="1400" dirty="0"/>
          </a:p>
          <a:p>
            <a:pPr indent="0" marL="0">
              <a:buNone/>
            </a:pPr>
            <a:r>
              <a:rPr lang="en-US" sz="1400" dirty="0">
                <a:solidFill>
                  <a:srgbClr val="000000"/>
                </a:solidFill>
              </a:rPr>
              <a:t>- New methods are being developed to keep children safe from illegal AI-generated content, including auditing techniques for generative AI models.  </a:t>
            </a:r>
            <a:endParaRPr lang="en-US" sz="1400" dirty="0"/>
          </a:p>
          <a:p>
            <a:pPr indent="0" marL="0">
              <a:buNone/>
            </a:pPr>
            <a:r>
              <a:rPr lang="en-US" sz="1400" dirty="0">
                <a:solidFill>
                  <a:srgbClr val="000000"/>
                </a:solidFill>
              </a:rPr>
              <a:t>- AI breakthroughs continue in machine learning and deep learning, with companies advancing enterprise AI applications.  </a:t>
            </a:r>
            <a:endParaRPr lang="en-US" sz="1400" dirty="0"/>
          </a:p>
          <a:p>
            <a:pPr indent="0" marL="0">
              <a:buNone/>
            </a:pPr>
            <a:r>
              <a:rPr lang="en-US" sz="1400" dirty="0">
                <a:solidFill>
                  <a:srgbClr val="000000"/>
                </a:solidFill>
              </a:rPr>
              <a:t>- Ethical issues and regulations around AI are a major focus globally.  </a:t>
            </a:r>
            <a:endParaRPr lang="en-US" sz="1400" dirty="0"/>
          </a:p>
          <a:p>
            <a:pPr indent="0" marL="0">
              <a:buNone/>
            </a:pPr>
            <a:r>
              <a:rPr lang="en-US" sz="1400" dirty="0">
                <a:solidFill>
                  <a:srgbClr val="000000"/>
                </a:solidFill>
              </a:rPr>
              <a:t>- AI technology reviews and updates on new AI tools are regularly published.  </a:t>
            </a:r>
            <a:endParaRPr lang="en-US" sz="1400" dirty="0"/>
          </a:p>
          <a:p>
            <a:pPr indent="0" marL="0">
              <a:buNone/>
            </a:pPr>
            <a:endParaRPr lang="en-US" sz="1400" dirty="0"/>
          </a:p>
          <a:p>
            <a:pPr indent="0" marL="0">
              <a:buNone/>
            </a:pPr>
            <a:r>
              <a:rPr lang="en-US" sz="1400" dirty="0">
                <a:solidFill>
                  <a:srgbClr val="000000"/>
                </a:solidFill>
              </a:rPr>
              <a:t>📖 Explanation  </a:t>
            </a:r>
            <a:endParaRPr lang="en-US" sz="1400" dirty="0"/>
          </a:p>
          <a:p>
            <a:pPr indent="0" marL="0">
              <a:buNone/>
            </a:pPr>
            <a:r>
              <a:rPr lang="en-US" sz="1400" dirty="0">
                <a:solidFill>
                  <a:srgbClr val="000000"/>
                </a:solidFill>
              </a:rPr>
              <a:t>AI news covers a wide range of topics including technical advances, business uses, ethical concerns, and safety measures. For example, MIT researchers recently created ways to audit AI models to prevent harmful content targeting kids. Meanwhile, companies keep pushing AI into practical uses like automation and data analysis. At the same time, governments and organizations discuss how to regulate AI fairly and safely. Keeping up with AI news helps understand how this fast-changing field impacts technology and society.</a:t>
            </a:r>
            <a:endParaRPr lang="en-US" sz="1400" dirty="0"/>
          </a:p>
          <a:p>
            <a:pPr indent="0" marL="0">
              <a:buNone/>
            </a:pPr>
            <a:endParaRPr lang="en-US" sz="1400" dirty="0"/>
          </a:p>
          <a:p>
            <a:pPr indent="0" marL="0">
              <a:buNone/>
            </a:pPr>
            <a:r>
              <a:rPr lang="en-US" sz="1400" dirty="0">
                <a:solidFill>
                  <a:srgbClr val="000000"/>
                </a:solidFill>
              </a:rPr>
              <a:t>If you want, I can share specific recent articles or updates from trusted sources.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Recommendations</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
• Verify important information using official sources.
• Review AI-generated content before making important decisions.
• Cross-check facts from multiple trusted sources.
• Continue monitoring this topic because information may change.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9144000" cy="365760"/>
          </a:xfrm>
          <a:prstGeom prst="rect">
            <a:avLst/>
          </a:prstGeom>
          <a:noFill/>
          <a:ln/>
        </p:spPr>
        <p:txBody>
          <a:bodyPr wrap="square" rtlCol="0" anchor="ctr"/>
          <a:lstStyle/>
          <a:p>
            <a:pPr indent="0" marL="0">
              <a:buNone/>
            </a:pPr>
            <a:r>
              <a:rPr lang="en-US" sz="2000" b="1" dirty="0">
                <a:solidFill>
                  <a:srgbClr val="1565C0"/>
                </a:solidFill>
              </a:rPr>
              <a:t>Sources</a:t>
            </a:r>
            <a:endParaRPr lang="en-US" sz="2000" dirty="0"/>
          </a:p>
        </p:txBody>
      </p:sp>
      <p:sp>
        <p:nvSpPr>
          <p:cNvPr id="3" name="Text 1"/>
          <p:cNvSpPr/>
          <p:nvPr/>
        </p:nvSpPr>
        <p:spPr>
          <a:xfrm>
            <a:off x="457200" y="822960"/>
            <a:ext cx="10972800" cy="4572000"/>
          </a:xfrm>
          <a:prstGeom prst="rect">
            <a:avLst/>
          </a:prstGeom>
          <a:noFill/>
          <a:ln/>
        </p:spPr>
        <p:txBody>
          <a:bodyPr wrap="square" rtlCol="0" anchor="ctr"/>
          <a:lstStyle/>
          <a:p>
            <a:pPr indent="0" marL="0">
              <a:buNone/>
            </a:pPr>
            <a:r>
              <a:rPr lang="en-US" sz="1400" dirty="0">
                <a:solidFill>
                  <a:srgbClr val="000000"/>
                </a:solidFill>
              </a:rPr>
              <a:t>https://news.google.com</a:t>
            </a:r>
            <a:endParaRPr lang="en-US" sz="1400" dirty="0"/>
          </a:p>
          <a:p>
            <a:pPr indent="0" marL="0">
              <a:buNone/>
            </a:pPr>
            <a:r>
              <a:rPr lang="en-US" sz="1400" dirty="0">
                <a:solidFill>
                  <a:srgbClr val="000000"/>
                </a:solidFill>
              </a:rPr>
              <a:t>https://www.reuters.com</a:t>
            </a:r>
            <a:endParaRPr lang="en-US" sz="1400" dirty="0"/>
          </a:p>
          <a:p>
            <a:pPr indent="0" marL="0">
              <a:buNone/>
            </a:pPr>
            <a:r>
              <a:rPr lang="en-US" sz="1400" dirty="0">
                <a:solidFill>
                  <a:srgbClr val="000000"/>
                </a:solidFill>
              </a:rPr>
              <a:t>https://apnews.com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2026-07-23T23:45:23Z</dcterms:created>
  <dcterms:modified xsi:type="dcterms:W3CDTF">2026-07-23T23:45:23Z</dcterms:modified>
</cp:coreProperties>
</file>