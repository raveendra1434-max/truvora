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1786726356495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"title",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"Understanding Artificial Intelligence (AI)"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"What is Artificial Intelligence?"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"AI refers to machines designed to simulate human intelligence.",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"Includes learning, reasoning, problem-solving, perception, and language understanding.",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"Types: Narrow AI (specific tasks) and General AI (human-like intelligence)."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"Applications of AI"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"Healthcare: Diagnostics, personalized treatment.",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"Finance: Fraud detection, algorithmic trading.",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"Transportation: Autonomous vehicles, route optimization.",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"Customer Service: Chatbots, virtual assistants."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"Benefits and Challenges"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"Benefits:",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Automation of repetitive tasks.",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Enhanced decision making with data analysis.",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"Challenges:",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Ethical concerns and bias in AI.",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Job displacement and privacy issues."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"Future of AI"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"Advancements in deep learning and natural language processing.",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"Integration of AI in everyday life and industries.",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"Focus on responsible AI to ensure fairness and transparency."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"closing",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"Thank you! Questions?"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"title",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"Understanding Artificial Intelligence (AI)"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"What is Artificial Intelligence?"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"AI refers to machines designed to simulate human intelligence.",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"Includes learning, reasoning, problem-solving, perception, and language understanding.",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"Types: Narrow AI (specific tasks) and General AI (human-like intelligence)."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"Applications of AI"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"Healthcare: Diagnostics, personalized treatment.",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"Finance: Fraud detection, algorithmic trading.",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"Transportation: Autonomous vehicles, route optimization.",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"Customer Service: Chatbots, virtual assistants."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"Benefits and Challenges"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"Benefits:",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Automation of repetitive tasks.",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Enhanced decision making with data analysis.",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"Challenges:",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Ethical concerns and bias in AI.",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  - Job displacement and privacy issues."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"sectionHeader",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"Future of AI"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"bulletPoints",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"points":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"Advancements in deep learning and natural language processing.",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"Integration of AI in everyday life and industries.",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"Focus on responsible AI to ensure fairness and transparency."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"type": "closing",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"text": "Thank you! Questions?"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recommendations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sources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2026-08-14T16:52:54Z</dcterms:created>
  <dcterms:modified xsi:type="dcterms:W3CDTF">2026-08-14T16:52:54Z</dcterms:modified>
</cp:coreProperties>
</file>