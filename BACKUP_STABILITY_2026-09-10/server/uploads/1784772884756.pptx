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65C0"/>
                </a:solidFill>
              </a:rPr>
              <a:t>TRUVORA GLOBAL AI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Report ID: 1784772884756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AI Analysis Report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65C0"/>
                </a:solidFill>
              </a:rPr>
              <a:t>Executive Summary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 Quick Answer 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Here are some of the latest AI news highlights from trusted sources: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- AI is advancing rapidly in areas like machine learning, deep learning, and enterprise applications. 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- Discussions continue around AI ethics, regulation, and security risks, including incidents of AI hacking. 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- Major companies and startups are launching new AI tools and products, pushing innovation forward. 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- Global interest in AI governance and responsible use is growing alongside technological breakthroughs.  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For detailed updates, you can check trusted AI news sites like Artificial Intelligence News, TechCrunch AI section, Reuters AI coverage, and The Wall Street Journal’s AI news.  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If you want, I can share specific recent headlines or summaries from these sources.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65C0"/>
                </a:solidFill>
              </a:rPr>
              <a:t>Detailed Analysis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 Quick Answer 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Here are some of the latest AI news highlights from trusted sources: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- AI is advancing rapidly in areas like machine learning, deep learning, and enterprise applications. 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- Discussions continue around AI ethics, regulation, and security risks, including incidents of AI hacking. 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- Major companies and startups are launching new AI tools and products, pushing innovation forward. 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- Global interest in AI governance and responsible use is growing alongside technological breakthroughs.  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For detailed updates, you can check trusted AI news sites like Artificial Intelligence News, TechCrunch AI section, Reuters AI coverage, and The Wall Street Journal’s AI news.  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If you want, I can share specific recent headlines or summaries from these sources.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65C0"/>
                </a:solidFill>
              </a:rPr>
              <a:t>Recommendations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
• Verify important information using official sources.
• Review AI-generated content before making important decisions.
• Cross-check facts from multiple trusted sources.
• Continue monitoring this topic because information may change.
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65C0"/>
                </a:solidFill>
              </a:rPr>
              <a:t>Sources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https://news.google.com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https://www.reuters.com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https://apnews.com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Truvora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Analysis Report</dc:title>
  <dc:subject>AI Analysis Report</dc:subject>
  <dc:creator>Truvora Global AI</dc:creator>
  <cp:lastModifiedBy>Truvora Global AI</cp:lastModifiedBy>
  <cp:revision>1</cp:revision>
  <dcterms:created xsi:type="dcterms:W3CDTF">2026-07-23T02:14:44Z</dcterms:created>
  <dcterms:modified xsi:type="dcterms:W3CDTF">2026-07-23T02:14:44Z</dcterms:modified>
</cp:coreProperties>
</file>