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news.google.com" TargetMode="External"/><Relationship Id="rId2" Type="http://schemas.openxmlformats.org/officeDocument/2006/relationships/hyperlink" Target="https://www.reuters.com" TargetMode="External"/><Relationship Id="rId3" Type="http://schemas.openxmlformats.org/officeDocument/2006/relationships/hyperlink" Target="https://apnews.co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1785020735765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(Artificial Intelligence) is the technology that allows machines or computers to perform tasks that usually need human intelligence, like understanding language, recognizing images, making decisions, or learning from experience.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Explanation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 by using algorithms and data to mimic human thinking. There are different types of AI: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**Narrow AI:** Designed for specific tasks (like voice assistants or recommendation systems).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**General AI:** Aims to perform any intellectual task a human can do (still theoretical).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**Machine Learning:** A part of AI where computers learn from data without being explicitly programmed.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**Deep Learning:** A type of machine learning using neural networks inspired by the human brain.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used in many areas like healthcare, finance, self-driving cars, and customer service. It helps automate repetitive tasks, improve accuracy, and make smarter decisions.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(Artificial Intelligence) is the technology that allows machines or computers to perform tasks that usually need human intelligence, like understanding language, recognizing images, making decisions, or learning from experience.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Explanation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 by using algorithms and data to mimic human thinking. There are different types of AI: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**Narrow AI:** Designed for specific tasks (like voice assistants or recommendation systems).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**General AI:** Aims to perform any intellectual task a human can do (still theoretical).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**Machine Learning:** A part of AI where computers learn from data without being explicitly programmed.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**Deep Learning:** A type of machine learning using neural networks inspired by the human brain.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used in many areas like healthcare, finance, self-driving cars, and customer service. It helps automate repetitive tasks, improve accuracy, and make smarter decisions.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2026-07-25T23:05:35Z</dcterms:created>
  <dcterms:modified xsi:type="dcterms:W3CDTF">2026-07-25T23:05:35Z</dcterms:modified>
</cp:coreProperties>
</file>