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.google.com" TargetMode="External"/><Relationship Id="rId2" Type="http://schemas.openxmlformats.org/officeDocument/2006/relationships/hyperlink" Target="https://www.reuters.com" TargetMode="External"/><Relationship Id="rId3" Type="http://schemas.openxmlformats.org/officeDocument/2006/relationships/hyperlink" Target="https://apnews.co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TRUVORA GLOBAL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• Innovation • Trust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ID: 1786527511721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 Report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10972800" cy="2103120"/>
          </a:xfrm>
          <a:prstGeom prst="rect">
            <a:avLst/>
          </a:prstGeom>
          <a:solidFill>
            <a:srgbClr val="F7F9FC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246120"/>
            <a:ext cx="1042416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has been generated automatically by Truvora Global AI using advanced AI analysis and trusted information sources.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XLSX created successfully.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Analysis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XLSX created successfully.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97280"/>
            <a:ext cx="10972800" cy="5212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Verify important information using official sources.
• Review AI-generated content before making important decisions.
• Cross-check facts from multiple trusted sources.
• Continue monitoring this topic because information may change.
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92240"/>
            <a:ext cx="12188952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65379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Truvora Global AI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972800" y="653796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868680"/>
            <a:ext cx="2560320" cy="0"/>
          </a:xfrm>
          <a:prstGeom prst="line">
            <a:avLst/>
          </a:prstGeom>
          <a:noFill/>
          <a:ln w="25400">
            <a:solidFill>
              <a:srgbClr val="29B6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4300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1. https://news.google.com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2. https://www.reuters.com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0698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0563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3. https://apnews.com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Truvora Global AI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Analysis Report</dc:title>
  <dc:subject>AI Analysis Report</dc:subject>
  <dc:creator>Truvora Global AI</dc:creator>
  <cp:lastModifiedBy>Truvora Global AI</cp:lastModifiedBy>
  <cp:revision>1</cp:revision>
  <dcterms:created xsi:type="dcterms:W3CDTF">2026-08-12T09:38:31Z</dcterms:created>
  <dcterms:modified xsi:type="dcterms:W3CDTF">2026-08-12T09:38:31Z</dcterms:modified>
</cp:coreProperties>
</file>