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5C0"/>
                </a:solidFill>
              </a:rPr>
              <a:t>TRUVORA GLOBAL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Report ID: 1784852784630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AI Analysis Report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Here are the latest AI news highlights from trusted sources: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Researchers at MIT developed a new method to keep kids safe from illegal AI-generated content by auditing generative AI models for malicious use.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AI breakthroughs continue in machine learning and deep learning, impacting business and technology worldwide.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Ethical concerns and regulations around AI are growing as companies and governments address AI's societal impact.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New AI tools and products are being launched, advancing enterprise AI and emerging tech sectors.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For detailed updates, you can check sites like Artificial Intelligence News, TechCrunch AI section, and Reuters Technology.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If you want, I can provide specific recent headlines or deeper info on any topic.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Detailed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Here are the latest AI news highlights from trusted sources: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Researchers at MIT developed a new method to keep kids safe from illegal AI-generated content by auditing generative AI models for malicious use.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AI breakthroughs continue in machine learning and deep learning, impacting business and technology worldwide.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Ethical concerns and regulations around AI are growing as companies and governments address AI's societal impact.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New AI tools and products are being launched, advancing enterprise AI and emerging tech sectors.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For detailed updates, you can check sites like Artificial Intelligence News, TechCrunch AI section, and Reuters Technology.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If you want, I can provide specific recent headlines or deeper info on any topic.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Recommendations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Sources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https://news.google.com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https://www.reuters.com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https://apnews.com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2026-07-24T00:26:24Z</dcterms:created>
  <dcterms:modified xsi:type="dcterms:W3CDTF">2026-07-24T00:26:24Z</dcterms:modified>
</cp:coreProperties>
</file>