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1785023803290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technology that allows machines or computers to perform tasks that usually require human intelligence, like understanding language, recognizing images, making decisions, or learning from data.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mimics human thinking and problem-solving abilities.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uses algorithms and data to learn patterns and improve over time.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Examples include virtual assistants (like Siri), recommendation systems (like Netflix), and self-driving cars.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can be simple (like rule-based systems) or complex (like deep learning with neural networks). 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short, AI helps computers act smart and do tasks that normally need human brainpower.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technology that allows machines or computers to perform tasks that usually require human intelligence, like understanding language, recognizing images, making decisions, or learning from data.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mimics human thinking and problem-solving abilities.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uses algorithms and data to learn patterns and improve over time.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Examples include virtual assistants (like Siri), recommendation systems (like Netflix), and self-driving cars.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can be simple (like rule-based systems) or complex (like deep learning with neural networks). 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short, AI helps computers act smart and do tasks that normally need human brainpower.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2026-07-25T23:56:43Z</dcterms:created>
  <dcterms:modified xsi:type="dcterms:W3CDTF">2026-07-25T23:56:43Z</dcterms:modified>
</cp:coreProperties>
</file>