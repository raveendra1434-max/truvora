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1785552174819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Image generated successfully.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Image generated successfully.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2026-08-01T02:42:54Z</dcterms:created>
  <dcterms:modified xsi:type="dcterms:W3CDTF">2026-08-01T02:42:54Z</dcterms:modified>
</cp:coreProperties>
</file>