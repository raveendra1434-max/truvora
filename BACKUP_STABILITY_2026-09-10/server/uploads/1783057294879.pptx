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7315200" cy="4572000"/>
          </a:xfrm>
          <a:prstGeom prst="rect">
            <a:avLst/>
          </a:prstGeom>
          <a:noFill/>
          <a:ln/>
        </p:spPr>
        <p:txBody>
          <a:bodyPr wrap="square" rtlCol="0" anchor="ctr"/>
          <a:lstStyle/>
          <a:p>
            <a:pPr indent="0" marL="0">
              <a:buNone/>
            </a:pPr>
            <a:r>
              <a:rPr lang="en-US" sz="2200" dirty="0">
                <a:solidFill>
                  <a:srgbClr val="000000"/>
                </a:solidFill>
              </a:rPr>
              <a:t>Here are the latest AI news highlights based on the most recent live web data:</a:t>
            </a:r>
            <a:endParaRPr lang="en-US" sz="2200" dirty="0"/>
          </a:p>
          <a:p>
            <a:pPr indent="0" marL="0">
              <a:buNone/>
            </a:pPr>
            <a:endParaRPr lang="en-US" sz="2200" dirty="0"/>
          </a:p>
          <a:p>
            <a:pPr indent="0" marL="0">
              <a:buNone/>
            </a:pPr>
            <a:r>
              <a:rPr lang="en-US" sz="2200" dirty="0">
                <a:solidFill>
                  <a:srgbClr val="000000"/>
                </a:solidFill>
              </a:rPr>
              <a:t>1. **Klarna Partners with Google UCP for AI Agent Payments**  </a:t>
            </a:r>
            <a:endParaRPr lang="en-US" sz="2200" dirty="0"/>
          </a:p>
          <a:p>
            <a:pPr indent="0" marL="0">
              <a:buNone/>
            </a:pPr>
            <a:r>
              <a:rPr lang="en-US" sz="2200" dirty="0">
                <a:solidFill>
                  <a:srgbClr val="000000"/>
                </a:solidFill>
              </a:rPr>
              <a:t>   Klarna is backing Google’s Universal Commerce Platform (UCP) to enable AI-powered payment agents, aiming to streamline and automate payment processes using AI technologies.  </a:t>
            </a:r>
            <a:endParaRPr lang="en-US" sz="2200" dirty="0"/>
          </a:p>
          <a:p>
            <a:pPr indent="0" marL="0">
              <a:buNone/>
            </a:pPr>
            <a:r>
              <a:rPr lang="en-US" sz="2200" dirty="0">
                <a:solidFill>
                  <a:srgbClr val="000000"/>
                </a:solidFill>
              </a:rPr>
              <a:t>   (Source: artificialintelligence-news.com)</a:t>
            </a:r>
            <a:endParaRPr lang="en-US" sz="2200" dirty="0"/>
          </a:p>
          <a:p>
            <a:pPr indent="0" marL="0">
              <a:buNone/>
            </a:pPr>
            <a:endParaRPr lang="en-US" sz="2200" dirty="0"/>
          </a:p>
          <a:p>
            <a:pPr indent="0" marL="0">
              <a:buNone/>
            </a:pPr>
            <a:r>
              <a:rPr lang="en-US" sz="2200" dirty="0">
                <a:solidFill>
                  <a:srgbClr val="000000"/>
                </a:solidFill>
              </a:rPr>
              <a:t>2. **Thailand Launches Sora App, One of Asia’s First AI-Driven Apps**  </a:t>
            </a:r>
            <a:endParaRPr lang="en-US" sz="2200" dirty="0"/>
          </a:p>
          <a:p>
            <a:pPr indent="0" marL="0">
              <a:buNone/>
            </a:pPr>
            <a:r>
              <a:rPr lang="en-US" sz="2200" dirty="0">
                <a:solidFill>
                  <a:srgbClr val="000000"/>
                </a:solidFill>
              </a:rPr>
              <a:t>   Thailand has introduced the Sora app, positioning itself as one of the first countries in Asia to deploy an AI-driven application designed to enhance user experience through intelligent automation.  </a:t>
            </a:r>
            <a:endParaRPr lang="en-US" sz="2200" dirty="0"/>
          </a:p>
          <a:p>
            <a:pPr indent="0" marL="0">
              <a:buNone/>
            </a:pPr>
            <a:r>
              <a:rPr lang="en-US" sz="2200" dirty="0">
                <a:solidFill>
                  <a:srgbClr val="000000"/>
                </a:solidFill>
              </a:rPr>
              <a:t>   (Source: artificialintelligence-news.com)</a:t>
            </a:r>
            <a:endParaRPr lang="en-US" sz="2200" dirty="0"/>
          </a:p>
          <a:p>
            <a:pPr indent="0" marL="0">
              <a:buNone/>
            </a:pPr>
            <a:endParaRPr lang="en-US" sz="2200" dirty="0"/>
          </a:p>
          <a:p>
            <a:pPr indent="0" marL="0">
              <a:buNone/>
            </a:pPr>
            <a:r>
              <a:rPr lang="en-US" sz="2200" dirty="0">
                <a:solidFill>
                  <a:srgbClr val="000000"/>
                </a:solidFill>
              </a:rPr>
              <a:t>3. **Malaysia Launches Ryt Bank, Its First AI-Based Banking Service**  </a:t>
            </a:r>
            <a:endParaRPr lang="en-US" sz="2200" dirty="0"/>
          </a:p>
          <a:p>
            <a:pPr indent="0" marL="0">
              <a:buNone/>
            </a:pPr>
            <a:r>
              <a:rPr lang="en-US" sz="2200" dirty="0">
                <a:solidFill>
                  <a:srgbClr val="000000"/>
                </a:solidFill>
              </a:rPr>
              <a:t>   Malaysia has launched Ryt Bank, a pioneering AI-based banking service that leverages artificial intelligence to provide smarter financial services and personalized banking experiences.  </a:t>
            </a:r>
            <a:endParaRPr lang="en-US" sz="2200" dirty="0"/>
          </a:p>
          <a:p>
            <a:pPr indent="0" marL="0">
              <a:buNone/>
            </a:pPr>
            <a:r>
              <a:rPr lang="en-US" sz="2200" dirty="0">
                <a:solidFill>
                  <a:srgbClr val="000000"/>
                </a:solidFill>
              </a:rPr>
              <a:t>   (Source: artificialintelligence-news.com)</a:t>
            </a:r>
            <a:endParaRPr lang="en-US" sz="2200" dirty="0"/>
          </a:p>
          <a:p>
            <a:pPr indent="0" marL="0">
              <a:buNone/>
            </a:pPr>
            <a:endParaRPr lang="en-US" sz="2200" dirty="0"/>
          </a:p>
          <a:p>
            <a:pPr indent="0" marL="0">
              <a:buNone/>
            </a:pPr>
            <a:r>
              <a:rPr lang="en-US" sz="2200" dirty="0">
                <a:solidFill>
                  <a:srgbClr val="000000"/>
                </a:solidFill>
              </a:rPr>
              <a:t>4. **OpenAI Reportedly Proposed Giving Trump Administration a 5% Stake**  </a:t>
            </a:r>
            <a:endParaRPr lang="en-US" sz="2200" dirty="0"/>
          </a:p>
          <a:p>
            <a:pPr indent="0" marL="0">
              <a:buNone/>
            </a:pPr>
            <a:r>
              <a:rPr lang="en-US" sz="2200" dirty="0">
                <a:solidFill>
                  <a:srgbClr val="000000"/>
                </a:solidFill>
              </a:rPr>
              <a:t>   According to reports from the Financial Times, OpenAI proposed handing the Trump administration a 5% stake in the company, a move that has attracted significant attention and discussion.  </a:t>
            </a:r>
            <a:endParaRPr lang="en-US" sz="2200" dirty="0"/>
          </a:p>
          <a:p>
            <a:pPr indent="0" marL="0">
              <a:buNone/>
            </a:pPr>
            <a:r>
              <a:rPr lang="en-US" sz="2200" dirty="0">
                <a:solidFill>
                  <a:srgbClr val="000000"/>
                </a:solidFill>
              </a:rPr>
              <a:t>   (Source: reuters.com)</a:t>
            </a:r>
            <a:endParaRPr lang="en-US" sz="2200" dirty="0"/>
          </a:p>
          <a:p>
            <a:pPr indent="0" marL="0">
              <a:buNone/>
            </a:pPr>
            <a:endParaRPr lang="en-US" sz="2200" dirty="0"/>
          </a:p>
          <a:p>
            <a:pPr indent="0" marL="0">
              <a:buNone/>
            </a:pPr>
            <a:r>
              <a:rPr lang="en-US" sz="2200" dirty="0">
                <a:solidFill>
                  <a:srgbClr val="000000"/>
                </a:solidFill>
              </a:rPr>
              <a:t>5. **MIT Researchers Develop New Chip and Algorithm for Tiny Robots**  </a:t>
            </a:r>
            <a:endParaRPr lang="en-US" sz="2200" dirty="0"/>
          </a:p>
          <a:p>
            <a:pPr indent="0" marL="0">
              <a:buNone/>
            </a:pPr>
            <a:r>
              <a:rPr lang="en-US" sz="2200" dirty="0">
                <a:solidFill>
                  <a:srgbClr val="000000"/>
                </a:solidFill>
              </a:rPr>
              <a:t>   Researchers at MIT have developed a new chip combined with an efficient algorithm that enables tiny robots to rapidly generate 3D maps and navigate complex environments more effectively. This advancement could accelerate robotics applications in constrained spaces.  </a:t>
            </a:r>
            <a:endParaRPr lang="en-US" sz="2200" dirty="0"/>
          </a:p>
          <a:p>
            <a:pPr indent="0" marL="0">
              <a:buNone/>
            </a:pPr>
            <a:r>
              <a:rPr lang="en-US" sz="2200" dirty="0">
                <a:solidFill>
                  <a:srgbClr val="000000"/>
                </a:solidFill>
              </a:rPr>
              <a:t>   (Source: news.mit.edu)</a:t>
            </a:r>
            <a:endParaRPr lang="en-US" sz="2200" dirty="0"/>
          </a:p>
          <a:p>
            <a:pPr indent="0" marL="0">
              <a:buNone/>
            </a:pPr>
            <a:endParaRPr lang="en-US" sz="2200" dirty="0"/>
          </a:p>
          <a:p>
            <a:pPr indent="0" marL="0">
              <a:buNone/>
            </a:pPr>
            <a:r>
              <a:rPr lang="en-US" sz="2200" dirty="0">
                <a:solidFill>
                  <a:srgbClr val="000000"/>
                </a:solidFill>
              </a:rPr>
              <a:t>For more detailed articles, you can visit the respective sources such as TechCrunch, Reuters, MIT News, and Artificial Intelligence News websites. If you want updates on a specific sector or company, feel free to ask!</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2026-07-03T05:41:34Z</dcterms:created>
  <dcterms:modified xsi:type="dcterms:W3CDTF">2026-07-03T05:41:34Z</dcterms:modified>
</cp:coreProperties>
</file>