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1784935865185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and exploring new AI-driven business solutions.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are gaining more attention globally.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launched frequently, improving automation and decision-making.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impacting various industries, including healthcare, finance,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detailed, up-to-date stories, you can check sources like Artificial Intelligence News, TechCrunch AI section, Reuters AI coverage, or AI Weekly newsletters. 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 from these sources.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continues to advance rapidly in areas like machine learning, deep learning, and enterprise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Companies are investing heavily in AI technology and exploring new AI-driven business solutions.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Ethical concerns and regulations around AI are gaining more attention globally.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New AI models and tools are being launched frequently, improving automation and decision-making.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is impacting various industries, including healthcare, finance,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detailed, up-to-date stories, you can check sources like Artificial Intelligence News, TechCrunch AI section, Reuters AI coverage, or AI Weekly newsletters. 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headlines or trends from these sources.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2026-07-24T23:31:05Z</dcterms:created>
  <dcterms:modified xsi:type="dcterms:W3CDTF">2026-07-24T23:31:05Z</dcterms:modified>
</cp:coreProperties>
</file>