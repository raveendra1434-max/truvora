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1784941873576</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Artificial Intelligence (AI) is a branch of computer science focused on creating machines and software that can perform tasks typically requiring human intelligence. These tasks include learning, reasoning, problem-solving, understanding language, and perception.</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AI systems are designed to mimic human cognitive functions. They use algorithms and models to process data, recognize patterns, and make decisions. This allows machines to perform complex tasks such as playing chess, driving cars, or translating languages.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There are different types of AI, mainly categorized as narrow AI and general AI. Narrow AI is specialized in one task, like voice assistants or recommendation systems. General AI, which is still theoretical, would have the ability to perform any intellectual task a human can do.</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Machine Learning (ML) is a subset of AI where systems learn from data without being explicitly programmed. ML algorithms improve their performance over time by identifying patterns and making predictions based on data.</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Deep Learning is a further subset of ML that uses neural networks inspired by the human brain. These networks consist of layers of nodes that process data in complex ways, enabling tasks like image and speech recognition.</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AI applications are widespread today. In healthcare, AI helps diagnose diseases and suggest treatments. In finance, it detects fraud and automates trading. In everyday life, AI powers virtual assistants, smart home devices, and personalized recommendations.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Ethical concerns around AI include privacy, job displacement, and decision-making transparency. Ensuring AI systems are fair, accountable, and safe is a major focus of ongoing research and policy development.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AI development relies heavily on data quality and quantity. Large datasets enable AI models to learn more accurately, but they also raise concerns about data security and bias.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Future AI advancements aim to create more autonomous systems capable of reasoning, creativity, and emotional understanding. This could revolutionize industries and daily life but also requires careful management of risks.</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In summary, AI is a powerful technology that simulates human intelligence through data-driven algorithms. Its impact is growing rapidly, offering both opportunities and challenges for society.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Artificial Intelligence (AI) is a branch of computer science focused on creating machines and software that can perform tasks typically requiring human intelligence. These tasks include learning, reasoning, problem-solving, understanding language, and perception.</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AI systems are designed to mimic human cognitive functions. They use algorithms and models to process data, recognize patterns, and make decisions. This allows machines to perform complex tasks such as playing chess, driving cars, or translating languages.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There are different types of AI, mainly categorized as narrow AI and general AI. Narrow AI is specialized in one task, like voice assistants or recommendation systems. General AI, which is still theoretical, would have the ability to perform any intellectual task a human can do.</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Machine Learning (ML) is a subset of AI where systems learn from data without being explicitly programmed. ML algorithms improve their performance over time by identifying patterns and making predictions based on data.</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Deep Learning is a further subset of ML that uses neural networks inspired by the human brain. These networks consist of layers of nodes that process data in complex ways, enabling tasks like image and speech recognition.</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AI applications are widespread today. In healthcare, AI helps diagnose diseases and suggest treatments. In finance, it detects fraud and automates trading. In everyday life, AI powers virtual assistants, smart home devices, and personalized recommendations.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Ethical concerns around AI include privacy, job displacement, and decision-making transparency. Ensuring AI systems are fair, accountable, and safe is a major focus of ongoing research and policy development.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AI development relies heavily on data quality and quantity. Large datasets enable AI models to learn more accurately, but they also raise concerns about data security and bias.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Future AI advancements aim to create more autonomous systems capable of reasoning, creativity, and emotional understanding. This could revolutionize industries and daily life but also requires careful management of risks.</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In summary, AI is a powerful technology that simulates human intelligence through data-driven algorithms. Its impact is growing rapidly, offering both opportunities and challenges for society.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2026-07-25T01:11:13Z</dcterms:created>
  <dcterms:modified xsi:type="dcterms:W3CDTF">2026-07-25T01:11:13Z</dcterms:modified>
</cp:coreProperties>
</file>