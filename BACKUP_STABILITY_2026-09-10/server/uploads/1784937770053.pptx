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TRUVORA GLOBAL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• Innovation •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ID: 1784937770053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Report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0972800" cy="2103120"/>
          </a:xfrm>
          <a:prstGeom prst="rect">
            <a:avLst/>
          </a:prstGeom>
          <a:solidFill>
            <a:srgbClr val="F7F9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104241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has been generated automatically by Truvora Global AI using advanced AI analysis and trusted information sources.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recent news highlights from Bangalore (Bengaluru):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 man in Bengaluru was booked for posting an abusive video about PM Modi and Delhi protests.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The Bengaluru-Mysuru Expressway has had its toll rates increased for the second time in four months.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Bengaluru Mysuru region is aiming to develop a $10-billion digital economy.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Purple Line metro services in Bengaluru resumed after a technical snag caused disruption.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There was a tragic incident outside a cricket stadium in Bengaluru where 11 people died and many were injured in a crowd crush.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 news on a specific topic or more details, please let me know!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recent news highlights from Bangalore (Bengaluru):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 man in Bengaluru was booked for posting an abusive video about PM Modi and Delhi protests.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The Bengaluru-Mysuru Expressway has had its toll rates increased for the second time in four months.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Bengaluru Mysuru region is aiming to develop a $10-billion digital economy.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Purple Line metro services in Bengaluru resumed after a technical snag caused disruption.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There was a tragic incident outside a cricket stadium in Bengaluru where 11 people died and many were injured in a crowd crush.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 news on a specific topic or more details, please let me know!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Verify important information using official sources.
• Review AI-generated content before making important decisions.
• Cross-check facts from multiple trusted sources.
• Continue monitoring this topic because information may change.
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43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https://news.google.com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https://www.reuters.com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https://apnews.com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 Global AI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Analysis Report</dc:title>
  <dc:subject>AI Analysis Report</dc:subject>
  <dc:creator>Truvora Global AI</dc:creator>
  <cp:lastModifiedBy>Truvora Global AI</cp:lastModifiedBy>
  <cp:revision>1</cp:revision>
  <dcterms:created xsi:type="dcterms:W3CDTF">2026-07-25T00:02:50Z</dcterms:created>
  <dcterms:modified xsi:type="dcterms:W3CDTF">2026-07-25T00:02:50Z</dcterms:modified>
</cp:coreProperties>
</file>