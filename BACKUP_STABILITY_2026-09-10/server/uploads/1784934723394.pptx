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TRUVORA GLOBAL AI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• Innovation • Trust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ID: 1784934723394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 Report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10972800" cy="2103120"/>
          </a:xfrm>
          <a:prstGeom prst="rect">
            <a:avLst/>
          </a:prstGeom>
          <a:solidFill>
            <a:srgbClr val="F7F9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246120"/>
            <a:ext cx="104241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has been generated automatically by Truvora Global AI using advanced AI analysis and trusted information sources.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of the latest AI news sources and highlights: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News covers updates in artificial intelligence, machine learning, deep learning, and enterprise AI worldwide.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TechCrunch reports on AI technology, companies, and ethical issues around AI.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Reuters shares AI breakthroughs, trends, regulation, and business developments.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Weekly offers curated AI news on funding, models, and applications, delivered three times a week.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Yahoo Tech provides expert reviews and insights on AI tools and technology.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want, I can share specific recent AI news stories or trends from these sources. Just let me know!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Analysis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of the latest AI news sources and highlights: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News covers updates in artificial intelligence, machine learning, deep learning, and enterprise AI worldwide.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TechCrunch reports on AI technology, companies, and ethical issues around AI.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Reuters shares AI breakthroughs, trends, regulation, and business developments.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Weekly offers curated AI news on funding, models, and applications, delivered three times a week.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Yahoo Tech provides expert reviews and insights on AI tools and technology.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want, I can share specific recent AI news stories or trends from these sources. Just let me know!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• Verify important information using official sources.
• Review AI-generated content before making important decisions.
• Cross-check facts from multiple trusted sources.
• Continue monitoring this topic because information may change.
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430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https://news.google.com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https://www.reuters.com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https://apnews.com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Truvora Global AI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Analysis Report</dc:title>
  <dc:subject>AI Analysis Report</dc:subject>
  <dc:creator>Truvora Global AI</dc:creator>
  <cp:lastModifiedBy>Truvora Global AI</cp:lastModifiedBy>
  <cp:revision>1</cp:revision>
  <dcterms:created xsi:type="dcterms:W3CDTF">2026-07-24T23:12:03Z</dcterms:created>
  <dcterms:modified xsi:type="dcterms:W3CDTF">2026-07-24T23:12:03Z</dcterms:modified>
</cp:coreProperties>
</file>