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1784936846678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Tamilaga Vettri Kazhagam (TVK) is a new regional political party in Tamil Nadu, founded by actor Vijay. The party is actively working to form a secular alliance in the state and is involved in political discussions with other parties, including the ruling DMK.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TVK is focused on people-centric welfare politics.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Recently, TVK has been in the news for its efforts to build a secular coalition in Tamil Nadu.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party has also responded to political tensions with DMK, the current ruling party.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TVK's leader, Vijay, is a popular actor turned politician, which has brought significant attention to the party.  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provide the latest updates or details about their political moves.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Tamilaga Vettri Kazhagam (TVK) is a new regional political party in Tamil Nadu, founded by actor Vijay. The party is actively working to form a secular alliance in the state and is involved in political discussions with other parties, including the ruling DMK.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TVK is focused on people-centric welfare politics.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Recently, TVK has been in the news for its efforts to build a secular coalition in Tamil Nadu.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party has also responded to political tensions with DMK, the current ruling party.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TVK's leader, Vijay, is a popular actor turned politician, which has brought significant attention to the party.  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provide the latest updates or details about their political moves.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2026-07-24T23:47:26Z</dcterms:created>
  <dcterms:modified xsi:type="dcterms:W3CDTF">2026-07-24T23:47:26Z</dcterms:modified>
</cp:coreProperties>
</file>