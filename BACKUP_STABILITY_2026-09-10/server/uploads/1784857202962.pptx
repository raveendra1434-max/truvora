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822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ID: 1784857202962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Analysis Report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continues to advance rapidly in areas like machine learning, deep learning, and enterprise applications.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and regulations around AI are growing topics, with companies and governments working on frameworks.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New AI tools and technologies are being developed to assist in complex engineering tasks, such as AI copilots for jet engine design.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and startups are pushing AI innovations in business, healthcare, and other industries.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Global trends show increased investment and interest in AI-driven solutions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recent breakthrough,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Here are some of the latest AI news highlights: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AI continues to advance rapidly in areas like machine learning, deep learning, and enterprise applications.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Ethical concerns and regulations around AI are growing topics, with companies and governments working on frameworks.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New AI tools and technologies are being developed to assist in complex engineering tasks, such as AI copilots for jet engine design.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Major companies and startups are pushing AI innovations in business, healthcare, and other industries.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Global trends show increased investment and interest in AI-driven solutions worldwide.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want news on a specific AI topic or recent breakthrough, let me know!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37960"/>
            <a:ext cx="1218895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65392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64240" y="65653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https://news.google.com</a:t>
            </a:r>
            <a:endParaRPr lang="en-US" sz="14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502920" y="914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https://www.reuters.com</a:t>
            </a:r>
            <a:endParaRPr lang="en-US" sz="1400" dirty="0"/>
          </a:p>
        </p:txBody>
      </p:sp>
      <p:sp>
        <p:nvSpPr>
          <p:cNvPr id="10" name="Text 8">
            <a:hlinkClick r:id="rId2" tooltip=""/>
          </p:cNvPr>
          <p:cNvSpPr/>
          <p:nvPr/>
        </p:nvSpPr>
        <p:spPr>
          <a:xfrm>
            <a:off x="502920" y="1261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https://apnews.com</a:t>
            </a:r>
            <a:endParaRPr lang="en-US" sz="14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502920" y="1609344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2026-07-24T01:40:02Z</dcterms:created>
  <dcterms:modified xsi:type="dcterms:W3CDTF">2026-07-24T01:40:02Z</dcterms:modified>
</cp:coreProperties>
</file>