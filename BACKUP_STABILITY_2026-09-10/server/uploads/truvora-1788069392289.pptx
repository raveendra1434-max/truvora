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truvora-1788069392289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Document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gnerate lion image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gnerate lion image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important information using official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AI-generated content before making important decisions.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Cross-check facts from multiple trusted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monitoring this topic because information may change.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Truvora Document</dc:title>
  <dc:subject>Truvora Document</dc:subject>
  <dc:creator>Truvora Global AI</dc:creator>
  <cp:lastModifiedBy>Truvora Global AI</cp:lastModifiedBy>
  <cp:revision>1</cp:revision>
  <dcterms:created xsi:type="dcterms:W3CDTF">2026-08-30T05:56:32Z</dcterms:created>
  <dcterms:modified xsi:type="dcterms:W3CDTF">2026-08-30T05:56:32Z</dcterms:modified>
</cp:coreProperties>
</file>