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1784938220843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news updates from India: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Liquor shops in Delhi will close by 8 PM over the weekend.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man in Mumbai died after his car hit an auto rickshaw and caught fire.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Arrests have been made related to violence during the NEET protest in Patna.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tunnel collapse in India killed 25 workers; a rescue operation lasted nearly four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Indian government is seeking time to respond to youth protesters demanding a minister's resignation.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Indian stock markets have logged weekly losses as crude oil prices rise.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region, please let me know!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news updates from India: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Liquor shops in Delhi will close by 8 PM over the weekend.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man in Mumbai died after his car hit an auto rickshaw and caught fire.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Arrests have been made related to violence during the NEET protest in Patna.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tunnel collapse in India killed 25 workers; a rescue operation lasted nearly four days.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Indian government is seeking time to respond to youth protesters demanding a minister's resignation.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Indian stock markets have logged weekly losses as crude oil prices rise.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region, please let me know!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2026-07-25T00:10:20Z</dcterms:created>
  <dcterms:modified xsi:type="dcterms:W3CDTF">2026-07-25T00:10:20Z</dcterms:modified>
</cp:coreProperties>
</file>