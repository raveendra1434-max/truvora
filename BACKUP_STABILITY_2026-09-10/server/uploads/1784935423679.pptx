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1784935423679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AI news sources where you can find up-to-date information on artificial intelligence: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Artificial Intelligence News: Covers AI, machine learning, deep learning, enterprise AI, and emerging tech worldwide.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TechCrunch AI Section: Focuses on AI technology, companies, and ethical issues.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Reuters AI News: Offers updates on AI breakthroughs, trends, regulation, ethics, and business.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AI Weekly: Curated AI news delivered three times a week, including funding, models, and applications.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Yahoo Tech AI: Provides expert reviews, news, and insights on AI tools and technology.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want, I can summarize the latest top AI headlines from these sources. Would you like that?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2026-07-24T23:23:43Z</dcterms:created>
  <dcterms:modified xsi:type="dcterms:W3CDTF">2026-07-24T23:23:43Z</dcterms:modified>
</cp:coreProperties>
</file>