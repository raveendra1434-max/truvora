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news.google.com" TargetMode="External"/><Relationship Id="rId2" Type="http://schemas.openxmlformats.org/officeDocument/2006/relationships/hyperlink" Target="https://www.reuters.com" TargetMode="External"/><Relationship Id="rId3" Type="http://schemas.openxmlformats.org/officeDocument/2006/relationships/hyperlink" Target="https://apnews.com" TargetMode="External"/><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1 / 5</a:t>
            </a:r>
            <a:endParaRPr lang="en-US" sz="900" dirty="0"/>
          </a:p>
        </p:txBody>
      </p:sp>
      <p:sp>
        <p:nvSpPr>
          <p:cNvPr id="6" name="Text 4"/>
          <p:cNvSpPr/>
          <p:nvPr/>
        </p:nvSpPr>
        <p:spPr>
          <a:xfrm>
            <a:off x="548640" y="548640"/>
            <a:ext cx="7315200" cy="457200"/>
          </a:xfrm>
          <a:prstGeom prst="rect">
            <a:avLst/>
          </a:prstGeom>
          <a:noFill/>
          <a:ln/>
        </p:spPr>
        <p:txBody>
          <a:bodyPr wrap="square" rtlCol="0" anchor="ctr"/>
          <a:lstStyle/>
          <a:p>
            <a:pPr indent="0" marL="0">
              <a:buNone/>
            </a:pPr>
            <a:r>
              <a:rPr lang="en-US" sz="2800" b="1" dirty="0">
                <a:solidFill>
                  <a:srgbClr val="1565C0"/>
                </a:solidFill>
                <a:latin typeface="Calibri" pitchFamily="34" charset="0"/>
                <a:ea typeface="Calibri" pitchFamily="34" charset="-122"/>
                <a:cs typeface="Calibri" pitchFamily="34" charset="-120"/>
              </a:rPr>
              <a:t>TRUVORA GLOBAL AI</a:t>
            </a:r>
            <a:endParaRPr lang="en-US" sz="2800" dirty="0"/>
          </a:p>
        </p:txBody>
      </p:sp>
      <p:sp>
        <p:nvSpPr>
          <p:cNvPr id="7" name="Text 5"/>
          <p:cNvSpPr/>
          <p:nvPr/>
        </p:nvSpPr>
        <p:spPr>
          <a:xfrm>
            <a:off x="548640" y="960120"/>
            <a:ext cx="7315200" cy="274320"/>
          </a:xfrm>
          <a:prstGeom prst="rect">
            <a:avLst/>
          </a:prstGeom>
          <a:noFill/>
          <a:ln/>
        </p:spPr>
        <p:txBody>
          <a:bodyPr wrap="square" rtlCol="0" anchor="ctr"/>
          <a:lstStyle/>
          <a:p>
            <a:pPr indent="0" marL="0">
              <a:buNone/>
            </a:pPr>
            <a:r>
              <a:rPr lang="en-US" sz="1400" i="1" dirty="0">
                <a:solidFill>
                  <a:srgbClr val="777777"/>
                </a:solidFill>
                <a:latin typeface="Calibri" pitchFamily="34" charset="0"/>
                <a:ea typeface="Calibri" pitchFamily="34" charset="-122"/>
                <a:cs typeface="Calibri" pitchFamily="34" charset="-120"/>
              </a:rPr>
              <a:t>Intelligence • Innovation • Trust</a:t>
            </a:r>
            <a:endParaRPr lang="en-US" sz="1400" dirty="0"/>
          </a:p>
        </p:txBody>
      </p:sp>
      <p:sp>
        <p:nvSpPr>
          <p:cNvPr id="8" name="Text 6"/>
          <p:cNvSpPr/>
          <p:nvPr/>
        </p:nvSpPr>
        <p:spPr>
          <a:xfrm>
            <a:off x="548640" y="1508760"/>
            <a:ext cx="3657600" cy="274320"/>
          </a:xfrm>
          <a:prstGeom prst="rect">
            <a:avLst/>
          </a:prstGeom>
          <a:noFill/>
          <a:ln/>
        </p:spPr>
        <p:txBody>
          <a:bodyPr wrap="square" rtlCol="0" anchor="ctr"/>
          <a:lstStyle/>
          <a:p>
            <a:pPr indent="0" marL="0">
              <a:buNone/>
            </a:pPr>
            <a:r>
              <a:rPr lang="en-US" sz="1200" dirty="0">
                <a:solidFill>
                  <a:srgbClr val="222222"/>
                </a:solidFill>
                <a:latin typeface="Calibri" pitchFamily="34" charset="0"/>
                <a:ea typeface="Calibri" pitchFamily="34" charset="-122"/>
                <a:cs typeface="Calibri" pitchFamily="34" charset="-120"/>
              </a:rPr>
              <a:t>Report ID: 1784938986132</a:t>
            </a:r>
            <a:endParaRPr lang="en-US" sz="1200" dirty="0"/>
          </a:p>
        </p:txBody>
      </p:sp>
      <p:sp>
        <p:nvSpPr>
          <p:cNvPr id="9" name="Text 7"/>
          <p:cNvSpPr/>
          <p:nvPr/>
        </p:nvSpPr>
        <p:spPr>
          <a:xfrm>
            <a:off x="548640" y="2011680"/>
            <a:ext cx="10972800" cy="731520"/>
          </a:xfrm>
          <a:prstGeom prst="rect">
            <a:avLst/>
          </a:prstGeom>
          <a:noFill/>
          <a:ln/>
        </p:spPr>
        <p:txBody>
          <a:bodyPr wrap="square" rtlCol="0" anchor="ctr"/>
          <a:lstStyle/>
          <a:p>
            <a:pPr indent="0" marL="0">
              <a:buNone/>
            </a:pPr>
            <a:r>
              <a:rPr lang="en-US" sz="2400" b="1" dirty="0">
                <a:solidFill>
                  <a:srgbClr val="222222"/>
                </a:solidFill>
                <a:latin typeface="Calibri" pitchFamily="34" charset="0"/>
                <a:ea typeface="Calibri" pitchFamily="34" charset="-122"/>
                <a:cs typeface="Calibri" pitchFamily="34" charset="-120"/>
              </a:rPr>
              <a:t>AI Analysis Report</a:t>
            </a:r>
            <a:endParaRPr lang="en-US" sz="2400" dirty="0"/>
          </a:p>
        </p:txBody>
      </p:sp>
      <p:sp>
        <p:nvSpPr>
          <p:cNvPr id="10" name="Shape 8"/>
          <p:cNvSpPr/>
          <p:nvPr/>
        </p:nvSpPr>
        <p:spPr>
          <a:xfrm>
            <a:off x="548640" y="2971800"/>
            <a:ext cx="10972800" cy="2103120"/>
          </a:xfrm>
          <a:prstGeom prst="rect">
            <a:avLst/>
          </a:prstGeom>
          <a:solidFill>
            <a:srgbClr val="F7F9FC"/>
          </a:solidFill>
          <a:ln w="12700">
            <a:solidFill>
              <a:srgbClr val="DDDDDD"/>
            </a:solidFill>
            <a:prstDash val="solid"/>
          </a:ln>
        </p:spPr>
      </p:sp>
      <p:sp>
        <p:nvSpPr>
          <p:cNvPr id="11" name="Text 9"/>
          <p:cNvSpPr/>
          <p:nvPr/>
        </p:nvSpPr>
        <p:spPr>
          <a:xfrm>
            <a:off x="777240" y="3246120"/>
            <a:ext cx="10424160" cy="1463040"/>
          </a:xfrm>
          <a:prstGeom prst="rect">
            <a:avLst/>
          </a:prstGeom>
          <a:noFill/>
          <a:ln/>
        </p:spPr>
        <p:txBody>
          <a:bodyPr wrap="square" lIns="635" tIns="635" rIns="635" bIns="635" rtlCol="0" anchor="ctr"/>
          <a:lstStyle/>
          <a:p>
            <a:pPr algn="ctr" indent="0" marL="0">
              <a:buNone/>
            </a:pPr>
            <a:r>
              <a:rPr lang="en-US" sz="1800" dirty="0">
                <a:solidFill>
                  <a:srgbClr val="222222"/>
                </a:solidFill>
                <a:latin typeface="Calibri" pitchFamily="34" charset="0"/>
                <a:ea typeface="Calibri" pitchFamily="34" charset="-122"/>
                <a:cs typeface="Calibri" pitchFamily="34" charset="-120"/>
              </a:rPr>
              <a:t>This report has been generated automatically by Truvora Global AI using advanced AI analysis and trusted information sources.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2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Executive Summary</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600" dirty="0">
                <a:solidFill>
                  <a:srgbClr val="222222"/>
                </a:solidFill>
                <a:latin typeface="Calibri" pitchFamily="34" charset="0"/>
                <a:ea typeface="Calibri" pitchFamily="34" charset="-122"/>
                <a:cs typeface="Calibri" pitchFamily="34" charset="-120"/>
              </a:rPr>
              <a:t>AP News is the Associated Press's platform for breaking news, latest headlines, and videos covering global events with independent journalism.</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Explanation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The Associated Press (AP) is a well-known, not-for-profit American news agency founded in 1846. It provides up-to-date news from around the world, covering various topics like politics, sports, and more. You can access their latest stories and videos on their official website APNews.com or through their newsroom for recent content.</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If you want the latest headlines or breaking news, AP News is a reliable source trusted worldwide.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3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Detailed Analysis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500" dirty="0">
                <a:solidFill>
                  <a:srgbClr val="222222"/>
                </a:solidFill>
                <a:latin typeface="Calibri" pitchFamily="34" charset="0"/>
                <a:ea typeface="Calibri" pitchFamily="34" charset="-122"/>
                <a:cs typeface="Calibri" pitchFamily="34" charset="-120"/>
              </a:rPr>
              <a:t>AP News is the Associated Press's platform for breaking news, latest headlines, and videos covering global events with independent journalism.</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Explanation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The Associated Press (AP) is a well-known, not-for-profit American news agency founded in 1846. It provides up-to-date news from around the world, covering various topics like politics, sports, and more. You can access their latest stories and videos on their official website APNews.com or through their newsroom for recent content.</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If you want the latest headlines or breaking news, AP News is a reliable source trusted worldwide.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4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Recommendations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500" dirty="0">
                <a:solidFill>
                  <a:srgbClr val="222222"/>
                </a:solidFill>
                <a:latin typeface="Calibri" pitchFamily="34" charset="0"/>
                <a:ea typeface="Calibri" pitchFamily="34" charset="-122"/>
                <a:cs typeface="Calibri" pitchFamily="34" charset="-120"/>
              </a:rPr>
              <a:t>
• Verify important information using official sources.
• Review AI-generated content before making important decisions.
• Cross-check facts from multiple trusted sources.
• Continue monitoring this topic because information may change.
</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5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Sources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640080" y="114300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1. https://news.google.com</a:t>
            </a:r>
            <a:endParaRPr lang="en-US" sz="1200" dirty="0"/>
          </a:p>
        </p:txBody>
      </p:sp>
      <p:sp>
        <p:nvSpPr>
          <p:cNvPr id="9" name="Text 7"/>
          <p:cNvSpPr/>
          <p:nvPr/>
        </p:nvSpPr>
        <p:spPr>
          <a:xfrm>
            <a:off x="640080" y="146304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2. https://www.reuters.com</a:t>
            </a:r>
            <a:endParaRPr lang="en-US" sz="1200" dirty="0"/>
          </a:p>
        </p:txBody>
      </p:sp>
      <p:sp>
        <p:nvSpPr>
          <p:cNvPr id="10" name="Text 8"/>
          <p:cNvSpPr/>
          <p:nvPr/>
        </p:nvSpPr>
        <p:spPr>
          <a:xfrm>
            <a:off x="640080" y="178308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3. https://apnews.com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Truvora Global AI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Analysis Report</dc:title>
  <dc:subject>AI Analysis Report</dc:subject>
  <dc:creator>Truvora Global AI</dc:creator>
  <cp:lastModifiedBy>Truvora Global AI</cp:lastModifiedBy>
  <cp:revision>1</cp:revision>
  <dcterms:created xsi:type="dcterms:W3CDTF">2026-07-25T00:23:06Z</dcterms:created>
  <dcterms:modified xsi:type="dcterms:W3CDTF">2026-07-25T00:23:06Z</dcterms:modified>
</cp:coreProperties>
</file>