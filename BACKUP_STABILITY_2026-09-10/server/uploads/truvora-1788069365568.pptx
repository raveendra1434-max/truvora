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truvora-1788069365568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Document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a lion image using AI, you can use several online AI art generators designed specifically for creating lion images. Here are some options: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**Lumenor AI** – Offers a gallery of AI-generated lion images and allows you to create your own by entering descriptive prompts.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[Lumenor AI Lion Images](https://lumenor.ai/ai-generated-images-gallery/s/lion/) [1]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**NightCafe Creator** – You can generate custom lion artwork by providing specific details about the lion’s appearance, setting, and mood.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[NightCafe Lion Art Generator](https://creator.nightcafe.studio/gallery/image-of-a-lion) [2]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**OpenArt AI Lion Generator** – A free tool to create majestic lion images quickly for creative projects.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[OpenArt AI Lion Generator](https://openart.ai/generator/lion) [4]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**a1.art AI Lion Art Generator** – Another free online tool to create digital lion art easily.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[a1.art Lion Generator](https://a1.art/features/ai-lion-art-generator) [7]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visit any of these platforms, enter your preferences or prompts, and generate unique lion images instantly.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guide you through the process on one of these platforms.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Sources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Lumenor AI Lion Images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NightCafe Lion Art Generator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OpenArt AI Lion Generator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a1.art Lion Generator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a lion image using AI, you can use several online AI art generators designed specifically for creating lion images. Here are some options: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**Lumenor AI** – Offers a gallery of AI-generated lion images and allows you to create your own by entering descriptive prompts.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[Lumenor AI Lion Images](https://lumenor.ai/ai-generated-images-gallery/s/lion/) [1]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**NightCafe Creator** – You can generate custom lion artwork by providing specific details about the lion’s appearance, setting, and mood.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[NightCafe Lion Art Generator](https://creator.nightcafe.studio/gallery/image-of-a-lion) [2]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**OpenArt AI Lion Generator** – A free tool to create majestic lion images quickly for creative projects.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[OpenArt AI Lion Generator](https://openart.ai/generator/lion) [4]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**a1.art AI Lion Art Generator** – Another free online tool to create digital lion art easily.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Link: [a1.art Lion Generator](https://a1.art/features/ai-lion-art-generator) [7]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visit any of these platforms, enter your preferences or prompts, and generate unique lion images instantly.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guide you through the process on one of these platforms.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Sources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Lumenor AI Lion Images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NightCafe Lion Art Generator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OpenArt AI Lion Generator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a1.art Lion Generator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important information using official sources.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AI-generated content before making important decisions.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Cross-check facts from multiple trusted sources.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Continue monitoring this topic because information may change.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Truvora Document</dc:title>
  <dc:subject>Truvora Document</dc:subject>
  <dc:creator>Truvora Global AI</dc:creator>
  <cp:lastModifiedBy>Truvora Global AI</cp:lastModifiedBy>
  <cp:revision>1</cp:revision>
  <dcterms:created xsi:type="dcterms:W3CDTF">2026-08-30T05:56:05Z</dcterms:created>
  <dcterms:modified xsi:type="dcterms:W3CDTF">2026-08-30T05:56:05Z</dcterms:modified>
</cp:coreProperties>
</file>