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news.google.com" TargetMode="External"/><Relationship Id="rId2" Type="http://schemas.openxmlformats.org/officeDocument/2006/relationships/hyperlink" Target="https://www.reuters.com" TargetMode="External"/><Relationship Id="rId3" Type="http://schemas.openxmlformats.org/officeDocument/2006/relationships/hyperlink" Target="https://apnews.co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65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653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ID: 1784857058489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Analysis Report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65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653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 are some of the latest AI news highlights: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AI is advancing rapidly in areas like machine learning, deep learning, and enterprise applications, powering new business innovations worldwide.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Ethical concerns around AI, such as bias, privacy, and regulation, remain a major focus as the technology spreads.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Researchers are testing AI in complex engineering tasks, like the MIT JARVIS Challenge exploring AI copilots for jet engine design.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Major companies continue to develop AI tools and platforms, pushing AI integration into everyday technology and business processes.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Governments and organizations are discussing AI regulations to ensure safe and responsible AI use.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 want news on a specific AI topic or industry, let me know!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65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653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Analysis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 are some of the latest AI news highlights: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AI is advancing rapidly in areas like machine learning, deep learning, and enterprise applications, powering new business innovations worldwide.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Ethical concerns around AI, such as bias, privacy, and regulation, remain a major focus as the technology spreads.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Researchers are testing AI in complex engineering tasks, like the MIT JARVIS Challenge exploring AI copilots for jet engine design.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Major companies continue to develop AI tools and platforms, pushing AI integration into everyday technology and business processes.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Governments and organizations are discussing AI regulations to ensure safe and responsible AI use.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 want news on a specific AI topic or industry, let me know!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65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653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65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653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</a:t>
            </a:r>
            <a:endParaRPr lang="en-US" sz="14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502920" y="9144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https://www.reuters.com</a:t>
            </a:r>
            <a:endParaRPr lang="en-US" sz="1400" dirty="0"/>
          </a:p>
        </p:txBody>
      </p:sp>
      <p:sp>
        <p:nvSpPr>
          <p:cNvPr id="10" name="Text 8">
            <a:hlinkClick r:id="rId2" tooltip=""/>
          </p:cNvPr>
          <p:cNvSpPr/>
          <p:nvPr/>
        </p:nvSpPr>
        <p:spPr>
          <a:xfrm>
            <a:off x="502920" y="12618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2920" y="160934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https://apnews.com</a:t>
            </a:r>
            <a:endParaRPr lang="en-US" sz="1400" dirty="0"/>
          </a:p>
        </p:txBody>
      </p:sp>
      <p:sp>
        <p:nvSpPr>
          <p:cNvPr id="12" name="Text 10">
            <a:hlinkClick r:id="rId3" tooltip=""/>
          </p:cNvPr>
          <p:cNvSpPr/>
          <p:nvPr/>
        </p:nvSpPr>
        <p:spPr>
          <a:xfrm>
            <a:off x="502920" y="160934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2026-07-24T01:37:38Z</dcterms:created>
  <dcterms:modified xsi:type="dcterms:W3CDTF">2026-07-24T01:37:38Z</dcterms:modified>
</cp:coreProperties>
</file>