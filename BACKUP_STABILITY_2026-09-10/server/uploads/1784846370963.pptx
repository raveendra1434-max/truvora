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274320"/>
            <a:ext cx="7315200" cy="457200"/>
          </a:xfrm>
          <a:prstGeom prst="rect">
            <a:avLst/>
          </a:prstGeom>
          <a:noFill/>
          <a:ln/>
        </p:spPr>
        <p:txBody>
          <a:bodyPr wrap="square" rtlCol="0" anchor="ctr"/>
          <a:lstStyle/>
          <a:p>
            <a:pPr indent="0" marL="0">
              <a:buNone/>
            </a:pPr>
            <a:r>
              <a:rPr lang="en-US" sz="2400" b="1" dirty="0">
                <a:solidFill>
                  <a:srgbClr val="1565C0"/>
                </a:solidFill>
              </a:rPr>
              <a:t>TRUVORA GLOBAL AI</a:t>
            </a:r>
            <a:endParaRPr lang="en-US" sz="2400" dirty="0"/>
          </a:p>
        </p:txBody>
      </p:sp>
      <p:sp>
        <p:nvSpPr>
          <p:cNvPr id="3" name="Text 1"/>
          <p:cNvSpPr/>
          <p:nvPr/>
        </p:nvSpPr>
        <p:spPr>
          <a:xfrm>
            <a:off x="457200" y="822960"/>
            <a:ext cx="7315200" cy="274320"/>
          </a:xfrm>
          <a:prstGeom prst="rect">
            <a:avLst/>
          </a:prstGeom>
          <a:noFill/>
          <a:ln/>
        </p:spPr>
        <p:txBody>
          <a:bodyPr wrap="square" rtlCol="0" anchor="ctr"/>
          <a:lstStyle/>
          <a:p>
            <a:pPr indent="0" marL="0">
              <a:buNone/>
            </a:pPr>
            <a:r>
              <a:rPr lang="en-US" sz="1200" dirty="0">
                <a:solidFill>
                  <a:srgbClr val="000000"/>
                </a:solidFill>
              </a:rPr>
              <a:t>Report ID: 1784846370963</a:t>
            </a:r>
            <a:endParaRPr lang="en-US" sz="1200" dirty="0"/>
          </a:p>
        </p:txBody>
      </p:sp>
      <p:sp>
        <p:nvSpPr>
          <p:cNvPr id="4" name="Text 2"/>
          <p:cNvSpPr/>
          <p:nvPr/>
        </p:nvSpPr>
        <p:spPr>
          <a:xfrm>
            <a:off x="457200" y="1280160"/>
            <a:ext cx="9144000" cy="457200"/>
          </a:xfrm>
          <a:prstGeom prst="rect">
            <a:avLst/>
          </a:prstGeom>
          <a:noFill/>
          <a:ln/>
        </p:spPr>
        <p:txBody>
          <a:bodyPr wrap="square" rtlCol="0" anchor="ctr"/>
          <a:lstStyle/>
          <a:p>
            <a:pPr indent="0" marL="0">
              <a:buNone/>
            </a:pPr>
            <a:r>
              <a:rPr lang="en-US" sz="2000" b="1" dirty="0">
                <a:solidFill>
                  <a:srgbClr val="000000"/>
                </a:solidFill>
              </a:rPr>
              <a:t>AI Analysis Report</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9144000" cy="365760"/>
          </a:xfrm>
          <a:prstGeom prst="rect">
            <a:avLst/>
          </a:prstGeom>
          <a:noFill/>
          <a:ln/>
        </p:spPr>
        <p:txBody>
          <a:bodyPr wrap="square" rtlCol="0" anchor="ctr"/>
          <a:lstStyle/>
          <a:p>
            <a:pPr indent="0" marL="0">
              <a:buNone/>
            </a:pPr>
            <a:r>
              <a:rPr lang="en-US" sz="2000" b="1" dirty="0">
                <a:solidFill>
                  <a:srgbClr val="1565C0"/>
                </a:solidFill>
              </a:rPr>
              <a:t>Executive Summary</a:t>
            </a:r>
            <a:endParaRPr lang="en-US" sz="2000" dirty="0"/>
          </a:p>
        </p:txBody>
      </p:sp>
      <p:sp>
        <p:nvSpPr>
          <p:cNvPr id="3" name="Text 1"/>
          <p:cNvSpPr/>
          <p:nvPr/>
        </p:nvSpPr>
        <p:spPr>
          <a:xfrm>
            <a:off x="457200" y="822960"/>
            <a:ext cx="10972800" cy="4572000"/>
          </a:xfrm>
          <a:prstGeom prst="rect">
            <a:avLst/>
          </a:prstGeom>
          <a:noFill/>
          <a:ln/>
        </p:spPr>
        <p:txBody>
          <a:bodyPr wrap="square" rtlCol="0" anchor="ctr"/>
          <a:lstStyle/>
          <a:p>
            <a:pPr indent="0" marL="0">
              <a:buNone/>
            </a:pPr>
            <a:r>
              <a:rPr lang="en-US" sz="1400" dirty="0">
                <a:solidFill>
                  <a:srgbClr val="000000"/>
                </a:solidFill>
              </a:rPr>
              <a:t>Here are some of the latest AI news highlights from trusted sources:</a:t>
            </a:r>
            <a:endParaRPr lang="en-US" sz="1400" dirty="0"/>
          </a:p>
          <a:p>
            <a:pPr indent="0" marL="0">
              <a:buNone/>
            </a:pPr>
            <a:endParaRPr lang="en-US" sz="1400" dirty="0"/>
          </a:p>
          <a:p>
            <a:pPr indent="0" marL="0">
              <a:buNone/>
            </a:pPr>
            <a:r>
              <a:rPr lang="en-US" sz="1400" dirty="0">
                <a:solidFill>
                  <a:srgbClr val="000000"/>
                </a:solidFill>
              </a:rPr>
              <a:t>- AI continues to advance rapidly in areas like machine learning, deep learning, and enterprise applications.</a:t>
            </a:r>
            <a:endParaRPr lang="en-US" sz="1400" dirty="0"/>
          </a:p>
          <a:p>
            <a:pPr indent="0" marL="0">
              <a:buNone/>
            </a:pPr>
            <a:r>
              <a:rPr lang="en-US" sz="1400" dirty="0">
                <a:solidFill>
                  <a:srgbClr val="000000"/>
                </a:solidFill>
              </a:rPr>
              <a:t>- Companies are focusing on ethical AI development and addressing regulation challenges.</a:t>
            </a:r>
            <a:endParaRPr lang="en-US" sz="1400" dirty="0"/>
          </a:p>
          <a:p>
            <a:pPr indent="0" marL="0">
              <a:buNone/>
            </a:pPr>
            <a:r>
              <a:rPr lang="en-US" sz="1400" dirty="0">
                <a:solidFill>
                  <a:srgbClr val="000000"/>
                </a:solidFill>
              </a:rPr>
              <a:t>- New AI models and tools are being launched, improving automation and decision-making.</a:t>
            </a:r>
            <a:endParaRPr lang="en-US" sz="1400" dirty="0"/>
          </a:p>
          <a:p>
            <a:pPr indent="0" marL="0">
              <a:buNone/>
            </a:pPr>
            <a:r>
              <a:rPr lang="en-US" sz="1400" dirty="0">
                <a:solidFill>
                  <a:srgbClr val="000000"/>
                </a:solidFill>
              </a:rPr>
              <a:t>- AI funding and investments remain strong, fueling innovation across industries.</a:t>
            </a:r>
            <a:endParaRPr lang="en-US" sz="1400" dirty="0"/>
          </a:p>
          <a:p>
            <a:pPr indent="0" marL="0">
              <a:buNone/>
            </a:pPr>
            <a:r>
              <a:rPr lang="en-US" sz="1400" dirty="0">
                <a:solidFill>
                  <a:srgbClr val="000000"/>
                </a:solidFill>
              </a:rPr>
              <a:t>- Discussions on AI’s impact on jobs, privacy, and society are growing globally.</a:t>
            </a:r>
            <a:endParaRPr lang="en-US" sz="1400" dirty="0"/>
          </a:p>
          <a:p>
            <a:pPr indent="0" marL="0">
              <a:buNone/>
            </a:pPr>
            <a:endParaRPr lang="en-US" sz="1400" dirty="0"/>
          </a:p>
          <a:p>
            <a:pPr indent="0" marL="0">
              <a:buNone/>
            </a:pPr>
            <a:r>
              <a:rPr lang="en-US" sz="1400" dirty="0">
                <a:solidFill>
                  <a:srgbClr val="000000"/>
                </a:solidFill>
              </a:rPr>
              <a:t>For detailed daily updates, you can follow sites like Artificial Intelligence News, TechCrunch AI section, Reuters AI coverage, and AI Weekly newsletter. They provide the latest breakthroughs, trends, and expert insights.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9144000" cy="365760"/>
          </a:xfrm>
          <a:prstGeom prst="rect">
            <a:avLst/>
          </a:prstGeom>
          <a:noFill/>
          <a:ln/>
        </p:spPr>
        <p:txBody>
          <a:bodyPr wrap="square" rtlCol="0" anchor="ctr"/>
          <a:lstStyle/>
          <a:p>
            <a:pPr indent="0" marL="0">
              <a:buNone/>
            </a:pPr>
            <a:r>
              <a:rPr lang="en-US" sz="2000" b="1" dirty="0">
                <a:solidFill>
                  <a:srgbClr val="1565C0"/>
                </a:solidFill>
              </a:rPr>
              <a:t>Detailed Analysis</a:t>
            </a:r>
            <a:endParaRPr lang="en-US" sz="2000" dirty="0"/>
          </a:p>
        </p:txBody>
      </p:sp>
      <p:sp>
        <p:nvSpPr>
          <p:cNvPr id="3" name="Text 1"/>
          <p:cNvSpPr/>
          <p:nvPr/>
        </p:nvSpPr>
        <p:spPr>
          <a:xfrm>
            <a:off x="457200" y="822960"/>
            <a:ext cx="10972800" cy="4572000"/>
          </a:xfrm>
          <a:prstGeom prst="rect">
            <a:avLst/>
          </a:prstGeom>
          <a:noFill/>
          <a:ln/>
        </p:spPr>
        <p:txBody>
          <a:bodyPr wrap="square" rtlCol="0" anchor="ctr"/>
          <a:lstStyle/>
          <a:p>
            <a:pPr indent="0" marL="0">
              <a:buNone/>
            </a:pPr>
            <a:r>
              <a:rPr lang="en-US" sz="1400" dirty="0">
                <a:solidFill>
                  <a:srgbClr val="000000"/>
                </a:solidFill>
              </a:rPr>
              <a:t>Here are some of the latest AI news highlights from trusted sources:</a:t>
            </a:r>
            <a:endParaRPr lang="en-US" sz="1400" dirty="0"/>
          </a:p>
          <a:p>
            <a:pPr indent="0" marL="0">
              <a:buNone/>
            </a:pPr>
            <a:endParaRPr lang="en-US" sz="1400" dirty="0"/>
          </a:p>
          <a:p>
            <a:pPr indent="0" marL="0">
              <a:buNone/>
            </a:pPr>
            <a:r>
              <a:rPr lang="en-US" sz="1400" dirty="0">
                <a:solidFill>
                  <a:srgbClr val="000000"/>
                </a:solidFill>
              </a:rPr>
              <a:t>- AI continues to advance rapidly in areas like machine learning, deep learning, and enterprise applications.</a:t>
            </a:r>
            <a:endParaRPr lang="en-US" sz="1400" dirty="0"/>
          </a:p>
          <a:p>
            <a:pPr indent="0" marL="0">
              <a:buNone/>
            </a:pPr>
            <a:r>
              <a:rPr lang="en-US" sz="1400" dirty="0">
                <a:solidFill>
                  <a:srgbClr val="000000"/>
                </a:solidFill>
              </a:rPr>
              <a:t>- Companies are focusing on ethical AI development and addressing regulation challenges.</a:t>
            </a:r>
            <a:endParaRPr lang="en-US" sz="1400" dirty="0"/>
          </a:p>
          <a:p>
            <a:pPr indent="0" marL="0">
              <a:buNone/>
            </a:pPr>
            <a:r>
              <a:rPr lang="en-US" sz="1400" dirty="0">
                <a:solidFill>
                  <a:srgbClr val="000000"/>
                </a:solidFill>
              </a:rPr>
              <a:t>- New AI models and tools are being launched, improving automation and decision-making.</a:t>
            </a:r>
            <a:endParaRPr lang="en-US" sz="1400" dirty="0"/>
          </a:p>
          <a:p>
            <a:pPr indent="0" marL="0">
              <a:buNone/>
            </a:pPr>
            <a:r>
              <a:rPr lang="en-US" sz="1400" dirty="0">
                <a:solidFill>
                  <a:srgbClr val="000000"/>
                </a:solidFill>
              </a:rPr>
              <a:t>- AI funding and investments remain strong, fueling innovation across industries.</a:t>
            </a:r>
            <a:endParaRPr lang="en-US" sz="1400" dirty="0"/>
          </a:p>
          <a:p>
            <a:pPr indent="0" marL="0">
              <a:buNone/>
            </a:pPr>
            <a:r>
              <a:rPr lang="en-US" sz="1400" dirty="0">
                <a:solidFill>
                  <a:srgbClr val="000000"/>
                </a:solidFill>
              </a:rPr>
              <a:t>- Discussions on AI’s impact on jobs, privacy, and society are growing globally.</a:t>
            </a:r>
            <a:endParaRPr lang="en-US" sz="1400" dirty="0"/>
          </a:p>
          <a:p>
            <a:pPr indent="0" marL="0">
              <a:buNone/>
            </a:pPr>
            <a:endParaRPr lang="en-US" sz="1400" dirty="0"/>
          </a:p>
          <a:p>
            <a:pPr indent="0" marL="0">
              <a:buNone/>
            </a:pPr>
            <a:r>
              <a:rPr lang="en-US" sz="1400" dirty="0">
                <a:solidFill>
                  <a:srgbClr val="000000"/>
                </a:solidFill>
              </a:rPr>
              <a:t>For detailed daily updates, you can follow sites like Artificial Intelligence News, TechCrunch AI section, Reuters AI coverage, and AI Weekly newsletter. They provide the latest breakthroughs, trends, and expert insights.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9144000" cy="365760"/>
          </a:xfrm>
          <a:prstGeom prst="rect">
            <a:avLst/>
          </a:prstGeom>
          <a:noFill/>
          <a:ln/>
        </p:spPr>
        <p:txBody>
          <a:bodyPr wrap="square" rtlCol="0" anchor="ctr"/>
          <a:lstStyle/>
          <a:p>
            <a:pPr indent="0" marL="0">
              <a:buNone/>
            </a:pPr>
            <a:r>
              <a:rPr lang="en-US" sz="2000" b="1" dirty="0">
                <a:solidFill>
                  <a:srgbClr val="1565C0"/>
                </a:solidFill>
              </a:rPr>
              <a:t>Recommendations</a:t>
            </a:r>
            <a:endParaRPr lang="en-US" sz="2000" dirty="0"/>
          </a:p>
        </p:txBody>
      </p:sp>
      <p:sp>
        <p:nvSpPr>
          <p:cNvPr id="3" name="Text 1"/>
          <p:cNvSpPr/>
          <p:nvPr/>
        </p:nvSpPr>
        <p:spPr>
          <a:xfrm>
            <a:off x="457200" y="822960"/>
            <a:ext cx="10972800" cy="4572000"/>
          </a:xfrm>
          <a:prstGeom prst="rect">
            <a:avLst/>
          </a:prstGeom>
          <a:noFill/>
          <a:ln/>
        </p:spPr>
        <p:txBody>
          <a:bodyPr wrap="square" rtlCol="0" anchor="ctr"/>
          <a:lstStyle/>
          <a:p>
            <a:pPr indent="0" marL="0">
              <a:buNone/>
            </a:pPr>
            <a:r>
              <a:rPr lang="en-US" sz="1400" dirty="0">
                <a:solidFill>
                  <a:srgbClr val="000000"/>
                </a:solidFill>
              </a:rPr>
              <a:t>
• Verify important information using official sources.
• Review AI-generated content before making important decisions.
• Cross-check facts from multiple trusted sources.
• Continue monitoring this topic because information may change.
</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9144000" cy="365760"/>
          </a:xfrm>
          <a:prstGeom prst="rect">
            <a:avLst/>
          </a:prstGeom>
          <a:noFill/>
          <a:ln/>
        </p:spPr>
        <p:txBody>
          <a:bodyPr wrap="square" rtlCol="0" anchor="ctr"/>
          <a:lstStyle/>
          <a:p>
            <a:pPr indent="0" marL="0">
              <a:buNone/>
            </a:pPr>
            <a:r>
              <a:rPr lang="en-US" sz="2000" b="1" dirty="0">
                <a:solidFill>
                  <a:srgbClr val="1565C0"/>
                </a:solidFill>
              </a:rPr>
              <a:t>Sources</a:t>
            </a:r>
            <a:endParaRPr lang="en-US" sz="2000" dirty="0"/>
          </a:p>
        </p:txBody>
      </p:sp>
      <p:sp>
        <p:nvSpPr>
          <p:cNvPr id="3" name="Text 1"/>
          <p:cNvSpPr/>
          <p:nvPr/>
        </p:nvSpPr>
        <p:spPr>
          <a:xfrm>
            <a:off x="457200" y="822960"/>
            <a:ext cx="10972800" cy="4572000"/>
          </a:xfrm>
          <a:prstGeom prst="rect">
            <a:avLst/>
          </a:prstGeom>
          <a:noFill/>
          <a:ln/>
        </p:spPr>
        <p:txBody>
          <a:bodyPr wrap="square" rtlCol="0" anchor="ctr"/>
          <a:lstStyle/>
          <a:p>
            <a:pPr indent="0" marL="0">
              <a:buNone/>
            </a:pPr>
            <a:r>
              <a:rPr lang="en-US" sz="1400" dirty="0">
                <a:solidFill>
                  <a:srgbClr val="000000"/>
                </a:solidFill>
              </a:rPr>
              <a:t>https://news.google.com</a:t>
            </a:r>
            <a:endParaRPr lang="en-US" sz="1400" dirty="0"/>
          </a:p>
          <a:p>
            <a:pPr indent="0" marL="0">
              <a:buNone/>
            </a:pPr>
            <a:r>
              <a:rPr lang="en-US" sz="1400" dirty="0">
                <a:solidFill>
                  <a:srgbClr val="000000"/>
                </a:solidFill>
              </a:rPr>
              <a:t>https://www.reuters.com</a:t>
            </a:r>
            <a:endParaRPr lang="en-US" sz="1400" dirty="0"/>
          </a:p>
          <a:p>
            <a:pPr indent="0" marL="0">
              <a:buNone/>
            </a:pPr>
            <a:r>
              <a:rPr lang="en-US" sz="1400" dirty="0">
                <a:solidFill>
                  <a:srgbClr val="000000"/>
                </a:solidFill>
              </a:rPr>
              <a:t>https://apnews.com</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Truvora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Analysis Report</dc:title>
  <dc:subject>AI Analysis Report</dc:subject>
  <dc:creator>Truvora Global AI</dc:creator>
  <cp:lastModifiedBy>Truvora Global AI</cp:lastModifiedBy>
  <cp:revision>1</cp:revision>
  <dcterms:created xsi:type="dcterms:W3CDTF">2026-07-23T22:39:30Z</dcterms:created>
  <dcterms:modified xsi:type="dcterms:W3CDTF">2026-07-23T22:39:30Z</dcterms:modified>
</cp:coreProperties>
</file>