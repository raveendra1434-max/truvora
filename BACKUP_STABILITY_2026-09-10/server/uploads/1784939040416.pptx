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news.google.com" TargetMode="External"/><Relationship Id="rId2" Type="http://schemas.openxmlformats.org/officeDocument/2006/relationships/hyperlink" Target="https://www.reuters.com" TargetMode="External"/><Relationship Id="rId3" Type="http://schemas.openxmlformats.org/officeDocument/2006/relationships/hyperlink" Target="https://apnews.com"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1 / 5</a:t>
            </a:r>
            <a:endParaRPr lang="en-US" sz="900" dirty="0"/>
          </a:p>
        </p:txBody>
      </p:sp>
      <p:sp>
        <p:nvSpPr>
          <p:cNvPr id="6" name="Text 4"/>
          <p:cNvSpPr/>
          <p:nvPr/>
        </p:nvSpPr>
        <p:spPr>
          <a:xfrm>
            <a:off x="548640" y="548640"/>
            <a:ext cx="7315200" cy="457200"/>
          </a:xfrm>
          <a:prstGeom prst="rect">
            <a:avLst/>
          </a:prstGeom>
          <a:noFill/>
          <a:ln/>
        </p:spPr>
        <p:txBody>
          <a:bodyPr wrap="square" rtlCol="0" anchor="ctr"/>
          <a:lstStyle/>
          <a:p>
            <a:pPr indent="0" marL="0">
              <a:buNone/>
            </a:pPr>
            <a:r>
              <a:rPr lang="en-US" sz="2800" b="1" dirty="0">
                <a:solidFill>
                  <a:srgbClr val="1565C0"/>
                </a:solidFill>
                <a:latin typeface="Calibri" pitchFamily="34" charset="0"/>
                <a:ea typeface="Calibri" pitchFamily="34" charset="-122"/>
                <a:cs typeface="Calibri" pitchFamily="34" charset="-120"/>
              </a:rPr>
              <a:t>TRUVORA GLOBAL AI</a:t>
            </a:r>
            <a:endParaRPr lang="en-US" sz="2800" dirty="0"/>
          </a:p>
        </p:txBody>
      </p:sp>
      <p:sp>
        <p:nvSpPr>
          <p:cNvPr id="7" name="Text 5"/>
          <p:cNvSpPr/>
          <p:nvPr/>
        </p:nvSpPr>
        <p:spPr>
          <a:xfrm>
            <a:off x="548640" y="960120"/>
            <a:ext cx="7315200" cy="274320"/>
          </a:xfrm>
          <a:prstGeom prst="rect">
            <a:avLst/>
          </a:prstGeom>
          <a:noFill/>
          <a:ln/>
        </p:spPr>
        <p:txBody>
          <a:bodyPr wrap="square" rtlCol="0" anchor="ctr"/>
          <a:lstStyle/>
          <a:p>
            <a:pPr indent="0" marL="0">
              <a:buNone/>
            </a:pPr>
            <a:r>
              <a:rPr lang="en-US" sz="1400" i="1" dirty="0">
                <a:solidFill>
                  <a:srgbClr val="777777"/>
                </a:solidFill>
                <a:latin typeface="Calibri" pitchFamily="34" charset="0"/>
                <a:ea typeface="Calibri" pitchFamily="34" charset="-122"/>
                <a:cs typeface="Calibri" pitchFamily="34" charset="-120"/>
              </a:rPr>
              <a:t>Intelligence • Innovation • Trust</a:t>
            </a:r>
            <a:endParaRPr lang="en-US" sz="1400" dirty="0"/>
          </a:p>
        </p:txBody>
      </p:sp>
      <p:sp>
        <p:nvSpPr>
          <p:cNvPr id="8" name="Text 6"/>
          <p:cNvSpPr/>
          <p:nvPr/>
        </p:nvSpPr>
        <p:spPr>
          <a:xfrm>
            <a:off x="548640" y="1508760"/>
            <a:ext cx="3657600" cy="274320"/>
          </a:xfrm>
          <a:prstGeom prst="rect">
            <a:avLst/>
          </a:prstGeom>
          <a:noFill/>
          <a:ln/>
        </p:spPr>
        <p:txBody>
          <a:bodyPr wrap="square"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Report ID: 1784939040416</a:t>
            </a:r>
            <a:endParaRPr lang="en-US" sz="1200" dirty="0"/>
          </a:p>
        </p:txBody>
      </p:sp>
      <p:sp>
        <p:nvSpPr>
          <p:cNvPr id="9" name="Text 7"/>
          <p:cNvSpPr/>
          <p:nvPr/>
        </p:nvSpPr>
        <p:spPr>
          <a:xfrm>
            <a:off x="548640" y="2011680"/>
            <a:ext cx="10972800" cy="731520"/>
          </a:xfrm>
          <a:prstGeom prst="rect">
            <a:avLst/>
          </a:prstGeom>
          <a:noFill/>
          <a:ln/>
        </p:spPr>
        <p:txBody>
          <a:bodyPr wrap="square"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AI Analysis Report</a:t>
            </a:r>
            <a:endParaRPr lang="en-US" sz="2400" dirty="0"/>
          </a:p>
        </p:txBody>
      </p:sp>
      <p:sp>
        <p:nvSpPr>
          <p:cNvPr id="10" name="Shape 8"/>
          <p:cNvSpPr/>
          <p:nvPr/>
        </p:nvSpPr>
        <p:spPr>
          <a:xfrm>
            <a:off x="548640" y="2971800"/>
            <a:ext cx="10972800" cy="2103120"/>
          </a:xfrm>
          <a:prstGeom prst="rect">
            <a:avLst/>
          </a:prstGeom>
          <a:solidFill>
            <a:srgbClr val="F7F9FC"/>
          </a:solidFill>
          <a:ln w="12700">
            <a:solidFill>
              <a:srgbClr val="DDDDDD"/>
            </a:solidFill>
            <a:prstDash val="solid"/>
          </a:ln>
        </p:spPr>
      </p:sp>
      <p:sp>
        <p:nvSpPr>
          <p:cNvPr id="11" name="Text 9"/>
          <p:cNvSpPr/>
          <p:nvPr/>
        </p:nvSpPr>
        <p:spPr>
          <a:xfrm>
            <a:off x="777240" y="3246120"/>
            <a:ext cx="10424160" cy="1463040"/>
          </a:xfrm>
          <a:prstGeom prst="rect">
            <a:avLst/>
          </a:prstGeom>
          <a:noFill/>
          <a:ln/>
        </p:spPr>
        <p:txBody>
          <a:bodyPr wrap="square" lIns="635" tIns="635" rIns="635" bIns="635" rtlCol="0" anchor="ctr"/>
          <a:lstStyle/>
          <a:p>
            <a:pPr algn="ctr" indent="0" marL="0">
              <a:buNone/>
            </a:pPr>
            <a:r>
              <a:rPr lang="en-US" sz="1800" dirty="0">
                <a:solidFill>
                  <a:srgbClr val="222222"/>
                </a:solidFill>
                <a:latin typeface="Calibri" pitchFamily="34" charset="0"/>
                <a:ea typeface="Calibri" pitchFamily="34" charset="-122"/>
                <a:cs typeface="Calibri" pitchFamily="34" charset="-120"/>
              </a:rPr>
              <a:t>This report has been generated automatically by Truvora Global AI using advanced AI analysis and trusted information sources.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2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Executive Summary</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6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Explanation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3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Detailed Analysis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Explanation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4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Recommendations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
• Verify important information using official sources.
• Review AI-generated content before making important decisions.
• Cross-check facts from multiple trusted sources.
• Continue monitoring this topic because information may change.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5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Sources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640080" y="114300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 https://news.google.com</a:t>
            </a:r>
            <a:endParaRPr lang="en-US" sz="1200" dirty="0"/>
          </a:p>
        </p:txBody>
      </p:sp>
      <p:sp>
        <p:nvSpPr>
          <p:cNvPr id="9" name="Text 7"/>
          <p:cNvSpPr/>
          <p:nvPr/>
        </p:nvSpPr>
        <p:spPr>
          <a:xfrm>
            <a:off x="640080" y="146304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 https://www.reuters.com</a:t>
            </a:r>
            <a:endParaRPr lang="en-US" sz="1200" dirty="0"/>
          </a:p>
        </p:txBody>
      </p:sp>
      <p:sp>
        <p:nvSpPr>
          <p:cNvPr id="10" name="Text 8"/>
          <p:cNvSpPr/>
          <p:nvPr/>
        </p:nvSpPr>
        <p:spPr>
          <a:xfrm>
            <a:off x="640080" y="178308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 https://apnews.com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2026-07-25T00:24:00Z</dcterms:created>
  <dcterms:modified xsi:type="dcterms:W3CDTF">2026-07-25T00:24:00Z</dcterms:modified>
</cp:coreProperties>
</file>