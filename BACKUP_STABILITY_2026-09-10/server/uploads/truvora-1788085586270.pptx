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truvora-1788085586270</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Truvora Document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 SUMMARY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document is a comprehensive visual asset specification and photographic brief for a hero-grade image of a mature male African Lion (*Panthera leo*). It is tailored for enterprise marketing, editorial publication, and high-resolution digital media use. The brief covers precise technical parameters, artistic composition, behavioral framing, color grading, and AI prompt instructions to generate or produce a photorealistic and impactful wildlife image conveying majesty, power, and conservation themes.</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KEY POINTS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**Asset Identification:** VIS-WILD-LION-001, target filename `TRU-IMG-2024-LION-HERO`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**Image Specs:** Primary ratio 16:9 (4K UHD, 3840x2160 px); secondary ratios 1:1 and 9:16 for social and mobile use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**Color &amp; Depth:** Adobe RGB (1998)/Display P3, 16-bit depth, high-bitrate uncompressed (~25.4 MB TIFF/RAW)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**Technical Photography:** Shallow depth of field (f/2.8–f/4.0), sharp eyes with soft bokeh, golden hour lighting at 3200K–3800K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**Subject Description:** Mature male African lion with dense dark amber and black mane, subtle battle scars, and tawny coat with rim lighting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**Environment:** Sunlit Savannah foreground with dry grass and small rocks; softly blurred Acacia trees; warm sunset sky with golden dust haze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**Emotional Tone:** Majestic, authoritative, calm dominance without aggression, preserving authenticity (no oversaturation)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**AI Prompt Provided:** Detailed master prompt for Midjourney v6, Stable Diffusion XL, DALL-E 3 or CGI rendering, specifying photorealism, lighting, composition, and styling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**Production Recommendations:** Safe cropping zones, eye contrast enhancement, preserve shadow detail (avoid blacks &lt; RGB 10,10,10), alt text, and keywords for accessibility  </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DETAILED ANALYSIS  </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1. **Executive Summary &amp; Purpose**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The document encapsulates every necessary detail to create a “hero” image of an African Lion suitable for professional, high-impact usage. It emphasizes both technical excellence and emotional storytelling through image composition.</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 **Technical Specifications &amp; Metadata**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The listed parameters focus on optimum resolution, aspect ratio versatility, color fidelity, file size, and shallow depth of field to enhance subject prominence. Matching file formats (TIFF/RAW) and color spaces are specified for preserving image quality in professional workflows.</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3. **Visual Composition**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 The lion is depicted in a proud posture on natural terrain, with a three-quarter head turn facing the camera to engage viewers.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 The mane’s texture and lighting highlight realism and natural dynamics (e.g., wind catching hair).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 Specific attention to eye color and subtle facial scars adds wildlife authenticity and emotional impact.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 Background and foreground are crafted to integrate natural habitat elements softly yet richly using a warm natural color palette that evokes late afternoon golden hour.</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4. **Prompt Engineering for AI Generation**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The master prompt is clear and detailed, referencing photographic styles (National Geographic), technical lens/aperture details (35mm, f/2.8), lighting conditions (golden hour backlit), and rendering parameters (8k, cinematic lighting) to steer AI generation towards hyper-realistic, natural photographs.</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5. **Key Visual Points**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The document underlines the emotional effect intended (strength and calm dignity), lighting strategy (rim lighting for silhouette isolation), and authenticity (avoiding artificial oversaturation, preserving realistic wildlife features).</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6. **Production and Post-Processing Guidelines**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Recommendations ensure effective multi-format use without cropping key details, subtle contrast enhancement focused on eyes to boost emotional engagement, and careful shadow handling to maintain visual depth and detail in the mane.</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7. **Accessibility and Metadata**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Alt text and keyword sets support SEO and accessibility needs, describing the content precisely and using relevant thematic terms for indexing and search.</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IMPORTANT INFORMATION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Asset ID: VIS-WILD-LION-001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Target filename: TRU-IMG-2024-LION-HERO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Primary resolution: 3840 x 2160 px (4K UHD)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Aspect ratios: 16:9 (primary), 1:1, 9:16 (secondary)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Color spaces: Adobe RGB (1998), Display P3 with 16-bit depth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Lighting: Golden hour (3200K – 3800K), warm directional sunlight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Depth of field: f/2.8 – f/4.0 (sharp eyes, soft bokeh)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Image target size: ~25.4 MB (lossless TIFF/RAW)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Master AI prompt provided for hyper-realistic wildlife image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Post-processing limits: no crushing blacks below RGB 10,10,10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Alt text for accessibility: "A majestic male African lion with a dark, thick mane resting on a rock outcrop in the Serengeti during golden hour."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Keywords: African Lion, Panthera Leo, Wildlife Photography, Savannah, Golden Hour, Predator, Conservation, Majestic  </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CONCLUSION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This document is a thorough photographic and generation brief that empowers creative teams to produce or render a hero-grade African lion image with high technical standards and artistic integrity. It delivers exact technical specs, visual storytelling cues, and AI prompt engineering details essential for creating photorealistic, emotionally compelling wildlife imagery suitable for media, marketing, and conservation messaging. The included production recommendations ensure multi-platform flexibility and accessibility compliance. The brief successfully balances artistic, technical, and ethical considerations to evoke majesty and respect for the species.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SUMMARY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document is a comprehensive visual asset specification and photographic brief for a hero-grade image of a mature male African Lion (*Panthera leo*). It is tailored for enterprise marketing, editorial publication, and high-resolution digital media use. The brief covers precise technical parameters, artistic composition, behavioral framing, color grading, and AI prompt instructions to generate or produce a photorealistic and impactful wildlife image conveying majesty, power, and conservation themes.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KEY POINTS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**Asset Identification:** VIS-WILD-LION-001, target filename `TRU-IMG-2024-LION-HERO`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**Image Specs:** Primary ratio 16:9 (4K UHD, 3840x2160 px); secondary ratios 1:1 and 9:16 for social and mobile use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**Color &amp; Depth:** Adobe RGB (1998)/Display P3, 16-bit depth, high-bitrate uncompressed (~25.4 MB TIFF/RAW)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**Technical Photography:** Shallow depth of field (f/2.8–f/4.0), sharp eyes with soft bokeh, golden hour lighting at 3200K–3800K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**Subject Description:** Mature male African lion with dense dark amber and black mane, subtle battle scars, and tawny coat with rim lighting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**Environment:** Sunlit Savannah foreground with dry grass and small rocks; softly blurred Acacia trees; warm sunset sky with golden dust haze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**Emotional Tone:** Majestic, authoritative, calm dominance without aggression, preserving authenticity (no oversaturation)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**AI Prompt Provided:** Detailed master prompt for Midjourney v6, Stable Diffusion XL, DALL-E 3 or CGI rendering, specifying photorealism, lighting, composition, and styling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**Production Recommendations:** Safe cropping zones, eye contrast enhancement, preserve shadow detail (avoid blacks &lt; RGB 10,10,10), alt text, and keywords for accessibility  </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DETAILED ANALYSIS  </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1. **Executive Summary &amp; Purpose**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The document encapsulates every necessary detail to create a “hero” image of an African Lion suitable for professional, high-impact usage. It emphasizes both technical excellence and emotional storytelling through image composition.</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2. **Technical Specifications &amp; Metadata**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The listed parameters focus on optimum resolution, aspect ratio versatility, color fidelity, file size, and shallow depth of field to enhance subject prominence. Matching file formats (TIFF/RAW) and color spaces are specified for preserving image quality in professional workflows.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3. **Visual Composition**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 The lion is depicted in a proud posture on natural terrain, with a three-quarter head turn facing the camera to engage viewers.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 The mane’s texture and lighting highlight realism and natural dynamics (e.g., wind catching hair).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 Specific attention to eye color and subtle facial scars adds wildlife authenticity and emotional impact.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 Background and foreground are crafted to integrate natural habitat elements softly yet richly using a warm natural color palette that evokes late afternoon golden hour.</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4. **Prompt Engineering for AI Generation**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The master prompt is clear and detailed, referencing photographic styles (National Geographic), technical lens/aperture details (35mm, f/2.8), lighting conditions (golden hour backlit), and rendering parameters (8k, cinematic lighting) to steer AI generation towards hyper-realistic, natural photographs.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5. **Key Visual Points**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The document underlines the emotional effect intended (strength and calm dignity), lighting strategy (rim lighting for silhouette isolation), and authenticity (avoiding artificial oversaturation, preserving realistic wildlife features).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6. **Production and Post-Processing Guidelines**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Recommendations ensure effective multi-format use without cropping key details, subtle contrast enhancement focused on eyes to boost emotional engagement, and careful shadow handling to maintain visual depth and detail in the mane.</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7. **Accessibility and Metadata**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Alt text and keyword sets support SEO and accessibility needs, describing the content precisely and using relevant thematic terms for indexing and search.</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IMPORTANT INFORMATION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Asset ID: VIS-WILD-LION-001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Target filename: TRU-IMG-2024-LION-HERO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Primary resolution: 3840 x 2160 px (4K UHD)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Aspect ratios: 16:9 (primary), 1:1, 9:16 (secondary)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Color spaces: Adobe RGB (1998), Display P3 with 16-bit depth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Lighting: Golden hour (3200K – 3800K), warm directional sunlight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Depth of field: f/2.8 – f/4.0 (sharp eyes, soft bokeh)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Image target size: ~25.4 MB (lossless TIFF/RAW)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Master AI prompt provided for hyper-realistic wildlife image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Post-processing limits: no crushing blacks below RGB 10,10,10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Alt text for accessibility: "A majestic male African lion with a dark, thick mane resting on a rock outcrop in the Serengeti during golden hour."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Keywords: African Lion, Panthera Leo, Wildlife Photography, Savannah, Golden Hour, Predator, Conservation, Majestic  </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CONCLUSION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This document is a thorough photographic and generation brief that empowers creative teams to produce or render a hero-grade African lion image with high technical standards and artistic integrity. It delivers exact technical specs, visual storytelling cues, and AI prompt engineering details essential for creating photorealistic, emotionally compelling wildlife imagery suitable for media, marketing, and conservation messaging. The included production recommendations ensure multi-platform flexibility and accessibility compliance. The brief successfully balances artistic, technical, and ethical considerations to evoke majesty and respect for the species.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Verify important information using official sources.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Review AI-generated content before making important decisions.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Cross-check facts from multiple trusted sources.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Continue monitoring this topic because information may change.</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Truvora Document</dc:title>
  <dc:subject>Truvora Document</dc:subject>
  <dc:creator>Truvora Global AI</dc:creator>
  <cp:lastModifiedBy>Truvora Global AI</cp:lastModifiedBy>
  <cp:revision>1</cp:revision>
  <dcterms:created xsi:type="dcterms:W3CDTF">2026-08-30T10:26:26Z</dcterms:created>
  <dcterms:modified xsi:type="dcterms:W3CDTF">2026-08-30T10:26:26Z</dcterms:modified>
</cp:coreProperties>
</file>