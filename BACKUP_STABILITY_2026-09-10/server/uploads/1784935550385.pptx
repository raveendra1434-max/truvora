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548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TRUVORA GLOBAL AI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• Innovation • Trust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508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ID: 1784935550385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Analysis Report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48640" y="2971800"/>
            <a:ext cx="10972800" cy="2103120"/>
          </a:xfrm>
          <a:prstGeom prst="rect">
            <a:avLst/>
          </a:prstGeom>
          <a:solidFill>
            <a:srgbClr val="F7F9F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246120"/>
            <a:ext cx="1042416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report has been generated automatically by Truvora Global AI using advanced AI analysis and trusted information sources.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the latest AI news sources where you can find up-to-date information on artificial intelligence: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Artificial Intelligence News: Covers AI, machine learning, deep learning, enterprise AI, and emerging tech worldwide.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TechCrunch AI Section: Focuses on AI technology, companies, and ethical issues.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Reuters AI News: Offers updates on AI breakthroughs, trends, regulation, ethics, and business.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AI Weekly: Curated AI news delivered three times a week, including funding, models, and applications.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Yahoo Tech AI: Provides expert reviews, news, and insights on AI tools and technology.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want, I can summarize the latest top AI headlines from these sources. Would you like that?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Analysis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the latest AI news sources where you can find up-to-date information on artificial intelligence: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Artificial Intelligence News: Covers AI, machine learning, deep learning, enterprise AI, and emerging tech worldwide.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TechCrunch AI Section: Focuses on AI technology, companies, and ethical issues.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Reuters AI News: Offers updates on AI breakthroughs, trends, regulation, ethics, and business.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AI Weekly: Curated AI news delivered three times a week, including funding, models, and applications.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Yahoo Tech AI: Provides expert reviews, news, and insights on AI tools and technology.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want, I can summarize the latest top AI headlines from these sources. Would you like that?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• Verify important information using official sources.
• Review AI-generated content before making important decisions.
• Cross-check facts from multiple trusted sources.
• Continue monitoring this topic because information may change.
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14300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https://news.google.com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46304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https://www.reuters.com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78308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https://apnews.com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Truvora Global AI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Analysis Report</dc:title>
  <dc:subject>AI Analysis Report</dc:subject>
  <dc:creator>Truvora Global AI</dc:creator>
  <cp:lastModifiedBy>Truvora Global AI</cp:lastModifiedBy>
  <cp:revision>1</cp:revision>
  <dcterms:created xsi:type="dcterms:W3CDTF">2026-07-24T23:25:50Z</dcterms:created>
  <dcterms:modified xsi:type="dcterms:W3CDTF">2026-07-24T23:25:50Z</dcterms:modified>
</cp:coreProperties>
</file>