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1784936374127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இன்று தமிழ்நாட்டில் முக்கிய செய்திகள்: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வேலூரில் ஒரு சாலை விபத்தில் இரண்டு இளைஞர்கள் உயிரிழந்தனர்.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திருப்பத்தூரில் வறண்ட மான் ஒன்றை உள்ளூர் மக்கள் காப்பாற்றினர்.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- 8 மாவட்டங்களில் வெயில் அதிகரிக்கும் என்று தகவல்.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குறுவை நெல் அறுவடை விரைவில் தொடங்கும்; செப்டம்பர் 1-ல் கொள்முதல் துவங்கும் வாய்ப்பு உள்ளது.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சில போலீஸ் அதிகாரிகளின் சொத்துக்களை முடக்கும் நடவடிக்கை எடுக்கப்பட்டுள்ளது.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மேலும் அரசியல், வணிகம், கல்வி, மற்றும் வானிலை தொடர்பான செய்திகள் தொடர்ந்து வெளியாகி வருகின்றன.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தேவையானால் குறிப்பிட்ட பிரிவில் விரிவான தகவல் தரலாம்.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2026-07-24T23:39:34Z</dcterms:created>
  <dcterms:modified xsi:type="dcterms:W3CDTF">2026-07-24T23:39:34Z</dcterms:modified>
</cp:coreProperties>
</file>