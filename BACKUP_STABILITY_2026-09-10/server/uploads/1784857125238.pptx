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ID: 1784857125238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Analysis Report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is advancing rapidly in areas like machine learning, deep learning, and enterprise applications, powering new business innovations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around AI, such as bias, privacy, and regulation, remain a major focus as the technology spreads.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Researchers are testing AI in complex engineering tasks, like the MIT JARVIS Challenge exploring AI copilots for jet engine design.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continue to develop AI tools and platforms, pushing AI integration into everyday technology and business processes.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Governments and organizations are discussing AI regulations to ensure safe and responsible AI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industry,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is advancing rapidly in areas like machine learning, deep learning, and enterprise applications, powering new business innovations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around AI, such as bias, privacy, and regulation, remain a major focus as the technology spreads.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Researchers are testing AI in complex engineering tasks, like the MIT JARVIS Challenge exploring AI copilots for jet engine design.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continue to develop AI tools and platforms, pushing AI integration into everyday technology and business processes.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Governments and organizations are discussing AI regulations to ensure safe and responsible AI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industry,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https://www.reuters.com</a:t>
            </a:r>
            <a:endParaRPr lang="en-US" sz="14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https://apnews.com</a:t>
            </a:r>
            <a:endParaRPr lang="en-US" sz="14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2026-07-24T01:38:45Z</dcterms:created>
  <dcterms:modified xsi:type="dcterms:W3CDTF">2026-07-24T01:38:45Z</dcterms:modified>
</cp:coreProperties>
</file>