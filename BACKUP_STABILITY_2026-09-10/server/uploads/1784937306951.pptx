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1784937306951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highlights from trusted sources: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to improve business processes and create new products.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use are gaining more attention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innovation forward.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for AI startups remains strong, fueling growth in the sector.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sites like Artificial Intelligence News, TechCrunch AI section, Reuters AI coverage, and AI Weekly newsletter.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highlights from trusted sources: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to improve business processes and create new products.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use are gaining more attention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released frequently, pushing innovation forward.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Funding for AI startups remains strong, fueling growth in the sector.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 daily updates, you can follow sites like Artificial Intelligence News, TechCrunch AI section, Reuters AI coverage, and AI Weekly newsletter.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2026-07-24T23:55:06Z</dcterms:created>
  <dcterms:modified xsi:type="dcterms:W3CDTF">2026-07-24T23:55:06Z</dcterms:modified>
</cp:coreProperties>
</file>