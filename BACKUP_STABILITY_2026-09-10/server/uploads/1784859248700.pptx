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1784859248700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AI news highlights from trusted sources: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continues to advance rapidly in areas like machine learning, deep learning, and enterprise applications, powering new business innovations.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Ethical concerns and regulations around AI development and deployment are growing topics in the industry.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Researchers at MIT are exploring AI's role in complex engineering tasks, such as designing jet engines, showing AI's expanding capabilities beyond software.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Major tech companies are investing heavily in AI tools and platforms, driving new breakthroughs and commercial products.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Global discussions on AI governance and safety are increasing as AI systems become more powerful and widespread.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AI topic or company, let me know!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AI news highlights from trusted sources: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continues to advance rapidly in areas like machine learning, deep learning, and enterprise applications, powering new business innovations.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Ethical concerns and regulations around AI development and deployment are growing topics in the industry.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Researchers at MIT are exploring AI's role in complex engineering tasks, such as designing jet engines, showing AI's expanding capabilities beyond software.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Major tech companies are investing heavily in AI tools and platforms, driving new breakthroughs and commercial products.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Global discussions on AI governance and safety are increasing as AI systems become more powerful and widespread.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AI topic or company, let me know!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2026-07-24T02:14:08Z</dcterms:created>
  <dcterms:modified xsi:type="dcterms:W3CDTF">2026-07-24T02:14:08Z</dcterms:modified>
</cp:coreProperties>
</file>