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google.com" TargetMode="External"/><Relationship Id="rId2" Type="http://schemas.openxmlformats.org/officeDocument/2006/relationships/hyperlink" Target="https://www.reuters.com" TargetMode="External"/><Relationship Id="rId3" Type="http://schemas.openxmlformats.org/officeDocument/2006/relationships/hyperlink" Target="https://apnews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1785204635846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(Artificial Intelligence) is the technology that allows machines or computers to perform tasks that normally require human intelligence, like understanding language, recognizing images, making decisions, and learning from experience.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Explanation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mimics human thinking and problem-solving abilities.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It uses data and algorithms (step-by-step instructions) to learn patterns and make predictions or decisions.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There are different types of AI: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Narrow AI: Designed for specific tasks (like voice assistants or recommendation systems).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General AI: Aims to perform any intellectual task a human can do (still theoretical).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is used in many areas such as healthcare, finance, transportation, and entertainment.  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explain specific types of AI or how it works in more detail!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(Artificial Intelligence) is the technology that allows machines or computers to perform tasks that normally require human intelligence, like understanding language, recognizing images, making decisions, and learning from experience.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Explanation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mimics human thinking and problem-solving abilities.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It uses data and algorithms (step-by-step instructions) to learn patterns and make predictions or decisions.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There are different types of AI: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Narrow AI: Designed for specific tasks (like voice assistants or recommendation systems).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General AI: Aims to perform any intellectual task a human can do (still theoretical).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is used in many areas such as healthcare, finance, transportation, and entertainment.  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explain specific types of AI or how it works in more detail!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2026-07-28T02:10:35Z</dcterms:created>
  <dcterms:modified xsi:type="dcterms:W3CDTF">2026-07-28T02:10:35Z</dcterms:modified>
</cp:coreProperties>
</file>