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1784934885392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highlights: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Companies are investing heavily in AI-driven business solutions and emerging technologies.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and regulations around AI development and deployment remain a key focus globally.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New AI models and tools are being released frequently, pushing the boundaries of what AI can do.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Funding and investments in AI startups and research keep growing.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detailed daily updates, you can follow trusted sources like Artificial Intelligence News, TechCrunch AI section, Reuters AI coverage, and AI Weekly newsletters.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headlines or developments.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highlights: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Companies are investing heavily in AI-driven business solutions and emerging technologies.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and regulations around AI development and deployment remain a key focus globally.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New AI models and tools are being released frequently, pushing the boundaries of what AI can do.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Funding and investments in AI startups and research keep growing.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detailed daily updates, you can follow trusted sources like Artificial Intelligence News, TechCrunch AI section, Reuters AI coverage, and AI Weekly newsletters.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headlines or developments.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2026-07-24T23:14:45Z</dcterms:created>
  <dcterms:modified xsi:type="dcterms:W3CDTF">2026-07-24T23:14:45Z</dcterms:modified>
</cp:coreProperties>
</file>