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TRUVORA GLOBAL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Report ID: 1784772990739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AI Analysis Report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PU (Pre-University) Maths syllabus typically covers two main parts: Algebra and Calculus, along with Geometry, Trigonometry, Probability, and Statistics. It is designed to build strong foundational skills for engineering, science, and commerce streams.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 Explanation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PU Maths syllabus is divided into two years (1st PUC and 2nd PUC). Here’s a simple breakdown: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**1st PUC Maths:**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Sets, Relations, and Functions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Trigonometry (including identities and equations)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Complex Numbers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Quadratic Equations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Sequences and Series (Arithmetic and Geometric Progressions)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Permutations and Combinations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Binomial Theorem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Straight Lines and Circles (Coordinate Geometry)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Introduction to Limits and Derivatives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**2nd PUC Maths:**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Continuation of Limits and Derivatives (Differentiation)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Application of Derivatives (Maxima, Minima)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Integrals and their Applications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Differential Equations (Basic types)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Vectors and 3D Geometry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Probability and Statistics (Mean, Median, Mode, Probability rules)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This syllabus prepares students for competitive exams and higher studies in science, engineering, and commerce.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provide a detailed chapter-wise list or focus on a particular topic.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Detailed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PU (Pre-University) Maths syllabus typically covers two main parts: Algebra and Calculus, along with Geometry, Trigonometry, Probability, and Statistics. It is designed to build strong foundational skills for engineering, science, and commerce streams.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 Explanation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PU Maths syllabus is divided into two years (1st PUC and 2nd PUC). Here’s a simple breakdown: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**1st PUC Maths:**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Sets, Relations, and Functions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Trigonometry (including identities and equations)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Complex Numbers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Quadratic Equations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Sequences and Series (Arithmetic and Geometric Progressions)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Permutations and Combinations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Binomial Theorem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Straight Lines and Circles (Coordinate Geometry)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Introduction to Limits and Derivatives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**2nd PUC Maths:**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Continuation of Limits and Derivatives (Differentiation)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Application of Derivatives (Maxima, Minima)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Integrals and their Applications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Differential Equations (Basic types)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Vectors and 3D Geometry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Probability and Statistics (Mean, Median, Mode, Probability rules)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This syllabus prepares students for competitive exams and higher studies in science, engineering, and commerce.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provide a detailed chapter-wise list or focus on a particular topic.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Sources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https://news.google.com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https://www.reuters.com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https://apnews.com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2026-07-23T02:16:30Z</dcterms:created>
  <dcterms:modified xsi:type="dcterms:W3CDTF">2026-07-23T02:16:30Z</dcterms:modified>
</cp:coreProperties>
</file>