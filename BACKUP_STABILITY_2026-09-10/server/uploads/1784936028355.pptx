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1784936028355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Karnataka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has set up a net zero task force to achieve climate goals.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Deputy Chief Minister has written to PM Modi seeking to replace NEET with State CET exams.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student protests took place in Bengaluru against NEET irregularities.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CM Vijay has proposed a meeting with Karnataka CM D.K. Shivakumar, who has declined to comment on this.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plans to establish an AI University and launch a tech expansion policy within 100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Karnataka High Court has issued directions to the state on certain matters (details not specified).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Karnataka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has set up a net zero task force to achieve climate goals.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Deputy Chief Minister has written to PM Modi seeking to replace NEET with State CET exams.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student protests took place in Bengaluru against NEET irregularities.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CM Vijay has proposed a meeting with Karnataka CM D.K. Shivakumar, who has declined to comment on this.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plans to establish an AI University and launch a tech expansion policy within 100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Karnataka High Court has issued directions to the state on certain matters (details not specified).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2026-07-24T23:33:48Z</dcterms:created>
  <dcterms:modified xsi:type="dcterms:W3CDTF">2026-07-24T23:33:48Z</dcterms:modified>
</cp:coreProperties>
</file>