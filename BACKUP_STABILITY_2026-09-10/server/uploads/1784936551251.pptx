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1784936551251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is currently facing a severe wildfire crisis, with two major wildfires merging near Madrid. Around 63,000 people have been evacuated or confined due to the fires. The government has declared a national emergency. Additionally, there is a surge in gender violence reported, with four women killed in five days.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Two large wildfires have combined in central Spain, near Madrid, causing massive evacuations.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government has officially declared a national emergency to manage the situation.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Apart from wildfires, Spain is also dealing with a rise in gender violence cases.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Authorities are actively responding to these emergencies to protect residents and control the fires.  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more details on any specific topic, just ask!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is currently facing a severe wildfire crisis, with two major wildfires merging near Madrid. Around 63,000 people have been evacuated or confined due to the fires. The government has declared a national emergency. Additionally, there is a surge in gender violence reported, with four women killed in five days.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Two large wildfires have combined in central Spain, near Madrid, causing massive evacuations.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government has officially declared a national emergency to manage the situation.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Apart from wildfires, Spain is also dealing with a rise in gender violence cases.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Authorities are actively responding to these emergencies to protect residents and control the fires.  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more details on any specific topic, just ask!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2026-07-24T23:42:31Z</dcterms:created>
  <dcterms:modified xsi:type="dcterms:W3CDTF">2026-07-24T23:42:31Z</dcterms:modified>
</cp:coreProperties>
</file>