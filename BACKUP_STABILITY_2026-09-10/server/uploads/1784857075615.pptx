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ID: 1784857075615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Analysis 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https://www.reuters.com</a:t>
            </a:r>
            <a:endParaRPr lang="en-US" sz="14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https://apnews.com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2026-07-24T01:37:55Z</dcterms:created>
  <dcterms:modified xsi:type="dcterms:W3CDTF">2026-07-24T01:37:55Z</dcterms:modified>
</cp:coreProperties>
</file>