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N/A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summary available.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analysis available.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recommendations available.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sources available.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Truvora AI Report</dc:title>
  <dc:subject>AI Analysis Report</dc:subject>
  <dc:creator>Truvora Global AI</dc:creator>
  <cp:lastModifiedBy>Truvora Global AI</cp:lastModifiedBy>
  <cp:revision>1</cp:revision>
  <dcterms:created xsi:type="dcterms:W3CDTF">2026-08-28T13:23:13Z</dcterms:created>
  <dcterms:modified xsi:type="dcterms:W3CDTF">2026-08-28T13:23:13Z</dcterms:modified>
</cp:coreProperties>
</file>